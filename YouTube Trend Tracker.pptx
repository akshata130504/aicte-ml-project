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10.xml" ContentType="application/vnd.openxmlformats-officedocument.presentationml.slideLayout+xml"/>
  <Default Extension="gif" ContentType="image/gif"/>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Lst>
  <p:notesMasterIdLst>
    <p:notesMasterId r:id="rId18"/>
  </p:notesMasterIdLst>
  <p:sldIdLst>
    <p:sldId id="276" r:id="rId2"/>
    <p:sldId id="256" r:id="rId3"/>
    <p:sldId id="267" r:id="rId4"/>
    <p:sldId id="268" r:id="rId5"/>
    <p:sldId id="258" r:id="rId6"/>
    <p:sldId id="259" r:id="rId7"/>
    <p:sldId id="260" r:id="rId8"/>
    <p:sldId id="261" r:id="rId9"/>
    <p:sldId id="263" r:id="rId10"/>
    <p:sldId id="278" r:id="rId11"/>
    <p:sldId id="277" r:id="rId12"/>
    <p:sldId id="279" r:id="rId13"/>
    <p:sldId id="264" r:id="rId14"/>
    <p:sldId id="270" r:id="rId15"/>
    <p:sldId id="266" r:id="rId16"/>
    <p:sldId id="272" r:id="rId17"/>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592">
          <p15:clr>
            <a:srgbClr val="A4A3A4"/>
          </p15:clr>
        </p15:guide>
        <p15:guide id="2" pos="460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EF6287-2F6C-4A84-94F8-028A997DECA6}" v="1266" dt="2025-03-22T06:28:04.495"/>
    <p1510:client id="{7D915AEF-5819-47AA-9B67-7F87AB1AEFB3}" v="981" dt="2025-03-22T06:27:56.620"/>
    <p1510:client id="{C2290D8A-858E-4EF1-B1BA-F857C7CB82C4}" v="29" dt="2025-03-22T03:45:18.456"/>
    <p1510:client id="{D54838A3-86DE-4770-A3EA-EBA89E0BCB93}" v="12" dt="2025-03-22T03:26:28.840"/>
    <p1510:client id="{E401FC2A-3232-4942-8C90-DBD29464606F}" v="56" dt="2025-03-22T07:18:33.1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57" d="100"/>
          <a:sy n="57" d="100"/>
        </p:scale>
        <p:origin x="-756" y="-78"/>
      </p:cViewPr>
      <p:guideLst>
        <p:guide orient="horz" pos="2592"/>
        <p:guide pos="4608"/>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chara poovaiah" userId="9a2bea2216bf0727" providerId="LiveId" clId="{E401FC2A-3232-4942-8C90-DBD29464606F}"/>
    <pc:docChg chg="custSel modSld">
      <pc:chgData name="inchara poovaiah" userId="9a2bea2216bf0727" providerId="LiveId" clId="{E401FC2A-3232-4942-8C90-DBD29464606F}" dt="2025-03-22T07:20:08.549" v="93" actId="20577"/>
      <pc:docMkLst>
        <pc:docMk/>
      </pc:docMkLst>
      <pc:sldChg chg="modSp mod">
        <pc:chgData name="inchara poovaiah" userId="9a2bea2216bf0727" providerId="LiveId" clId="{E401FC2A-3232-4942-8C90-DBD29464606F}" dt="2025-03-22T07:18:04.258" v="6" actId="2"/>
        <pc:sldMkLst>
          <pc:docMk/>
          <pc:sldMk cId="0" sldId="256"/>
        </pc:sldMkLst>
        <pc:spChg chg="mod">
          <ac:chgData name="inchara poovaiah" userId="9a2bea2216bf0727" providerId="LiveId" clId="{E401FC2A-3232-4942-8C90-DBD29464606F}" dt="2025-03-22T07:18:04.258" v="6" actId="2"/>
          <ac:spMkLst>
            <pc:docMk/>
            <pc:sldMk cId="0" sldId="256"/>
            <ac:spMk id="4" creationId="{00000000-0000-0000-0000-000000000000}"/>
          </ac:spMkLst>
        </pc:spChg>
      </pc:sldChg>
      <pc:sldChg chg="delSp modSp mod">
        <pc:chgData name="inchara poovaiah" userId="9a2bea2216bf0727" providerId="LiveId" clId="{E401FC2A-3232-4942-8C90-DBD29464606F}" dt="2025-03-22T07:20:08.549" v="93" actId="20577"/>
        <pc:sldMkLst>
          <pc:docMk/>
          <pc:sldMk cId="0" sldId="263"/>
        </pc:sldMkLst>
        <pc:spChg chg="mod">
          <ac:chgData name="inchara poovaiah" userId="9a2bea2216bf0727" providerId="LiveId" clId="{E401FC2A-3232-4942-8C90-DBD29464606F}" dt="2025-03-22T07:18:04.622" v="8" actId="2"/>
          <ac:spMkLst>
            <pc:docMk/>
            <pc:sldMk cId="0" sldId="263"/>
            <ac:spMk id="5" creationId="{00000000-0000-0000-0000-000000000000}"/>
          </ac:spMkLst>
        </pc:spChg>
        <pc:spChg chg="mod">
          <ac:chgData name="inchara poovaiah" userId="9a2bea2216bf0727" providerId="LiveId" clId="{E401FC2A-3232-4942-8C90-DBD29464606F}" dt="2025-03-22T07:19:55.799" v="79" actId="14100"/>
          <ac:spMkLst>
            <pc:docMk/>
            <pc:sldMk cId="0" sldId="263"/>
            <ac:spMk id="7" creationId="{00000000-0000-0000-0000-000000000000}"/>
          </ac:spMkLst>
        </pc:spChg>
        <pc:spChg chg="del">
          <ac:chgData name="inchara poovaiah" userId="9a2bea2216bf0727" providerId="LiveId" clId="{E401FC2A-3232-4942-8C90-DBD29464606F}" dt="2025-03-22T07:19:50.392" v="78" actId="478"/>
          <ac:spMkLst>
            <pc:docMk/>
            <pc:sldMk cId="0" sldId="263"/>
            <ac:spMk id="8" creationId="{00000000-0000-0000-0000-000000000000}"/>
          </ac:spMkLst>
        </pc:spChg>
        <pc:spChg chg="mod">
          <ac:chgData name="inchara poovaiah" userId="9a2bea2216bf0727" providerId="LiveId" clId="{E401FC2A-3232-4942-8C90-DBD29464606F}" dt="2025-03-22T07:20:08.549" v="93" actId="20577"/>
          <ac:spMkLst>
            <pc:docMk/>
            <pc:sldMk cId="0" sldId="263"/>
            <ac:spMk id="9" creationId="{00000000-0000-0000-0000-000000000000}"/>
          </ac:spMkLst>
        </pc:spChg>
      </pc:sldChg>
      <pc:sldChg chg="modSp mod">
        <pc:chgData name="inchara poovaiah" userId="9a2bea2216bf0727" providerId="LiveId" clId="{E401FC2A-3232-4942-8C90-DBD29464606F}" dt="2025-03-22T07:18:03.530" v="3" actId="2"/>
        <pc:sldMkLst>
          <pc:docMk/>
          <pc:sldMk cId="1482765020" sldId="276"/>
        </pc:sldMkLst>
        <pc:spChg chg="mod">
          <ac:chgData name="inchara poovaiah" userId="9a2bea2216bf0727" providerId="LiveId" clId="{E401FC2A-3232-4942-8C90-DBD29464606F}" dt="2025-03-22T07:18:03.530" v="3" actId="2"/>
          <ac:spMkLst>
            <pc:docMk/>
            <pc:sldMk cId="1482765020" sldId="276"/>
            <ac:spMk id="10" creationId="{63DC45A3-7720-3A07-0825-05CB12EC17F5}"/>
          </ac:spMkLst>
        </pc:spChg>
      </pc:sldChg>
      <pc:sldChg chg="modSp mod">
        <pc:chgData name="inchara poovaiah" userId="9a2bea2216bf0727" providerId="LiveId" clId="{E401FC2A-3232-4942-8C90-DBD29464606F}" dt="2025-03-22T07:18:16.923" v="77" actId="2"/>
        <pc:sldMkLst>
          <pc:docMk/>
          <pc:sldMk cId="398453826" sldId="277"/>
        </pc:sldMkLst>
        <pc:spChg chg="mod">
          <ac:chgData name="inchara poovaiah" userId="9a2bea2216bf0727" providerId="LiveId" clId="{E401FC2A-3232-4942-8C90-DBD29464606F}" dt="2025-03-22T07:18:16.923" v="77" actId="2"/>
          <ac:spMkLst>
            <pc:docMk/>
            <pc:sldMk cId="398453826" sldId="277"/>
            <ac:spMk id="3" creationId="{01B62548-7B27-5908-3AB0-7283BA3C1B7F}"/>
          </ac:spMkLst>
        </pc:spChg>
      </pc:sldChg>
      <pc:sldChg chg="modSp mod">
        <pc:chgData name="inchara poovaiah" userId="9a2bea2216bf0727" providerId="LiveId" clId="{E401FC2A-3232-4942-8C90-DBD29464606F}" dt="2025-03-22T07:18:13.883" v="61" actId="2"/>
        <pc:sldMkLst>
          <pc:docMk/>
          <pc:sldMk cId="3550481090" sldId="278"/>
        </pc:sldMkLst>
        <pc:spChg chg="mod">
          <ac:chgData name="inchara poovaiah" userId="9a2bea2216bf0727" providerId="LiveId" clId="{E401FC2A-3232-4942-8C90-DBD29464606F}" dt="2025-03-22T07:18:07.655" v="26" actId="2"/>
          <ac:spMkLst>
            <pc:docMk/>
            <pc:sldMk cId="3550481090" sldId="278"/>
            <ac:spMk id="3" creationId="{A18C72F3-C15C-5C0F-1ED7-234751AC8E2B}"/>
          </ac:spMkLst>
        </pc:spChg>
        <pc:spChg chg="mod">
          <ac:chgData name="inchara poovaiah" userId="9a2bea2216bf0727" providerId="LiveId" clId="{E401FC2A-3232-4942-8C90-DBD29464606F}" dt="2025-03-22T07:18:09.721" v="39" actId="2"/>
          <ac:spMkLst>
            <pc:docMk/>
            <pc:sldMk cId="3550481090" sldId="278"/>
            <ac:spMk id="5" creationId="{36DAD0F6-49F4-A588-13C3-779DE6F34583}"/>
          </ac:spMkLst>
        </pc:spChg>
        <pc:spChg chg="mod">
          <ac:chgData name="inchara poovaiah" userId="9a2bea2216bf0727" providerId="LiveId" clId="{E401FC2A-3232-4942-8C90-DBD29464606F}" dt="2025-03-22T07:18:11.783" v="52" actId="2"/>
          <ac:spMkLst>
            <pc:docMk/>
            <pc:sldMk cId="3550481090" sldId="278"/>
            <ac:spMk id="7" creationId="{689D703F-899D-E2C9-5103-1D02A4EB5EF2}"/>
          </ac:spMkLst>
        </pc:spChg>
        <pc:spChg chg="mod">
          <ac:chgData name="inchara poovaiah" userId="9a2bea2216bf0727" providerId="LiveId" clId="{E401FC2A-3232-4942-8C90-DBD29464606F}" dt="2025-03-22T07:18:13.883" v="61" actId="2"/>
          <ac:spMkLst>
            <pc:docMk/>
            <pc:sldMk cId="3550481090" sldId="278"/>
            <ac:spMk id="9" creationId="{6B8501BB-1F9B-3E56-3D96-AD91EF2870A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565525" cy="73183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4660900" y="0"/>
            <a:ext cx="3567113" cy="731838"/>
          </a:xfrm>
          <a:prstGeom prst="rect">
            <a:avLst/>
          </a:prstGeom>
        </p:spPr>
        <p:txBody>
          <a:bodyPr vert="horz" lIns="91440" tIns="45720" rIns="91440" bIns="45720" rtlCol="0"/>
          <a:lstStyle>
            <a:lvl1pPr algn="r">
              <a:defRPr sz="1200"/>
            </a:lvl1pPr>
          </a:lstStyle>
          <a:p>
            <a:fld id="{818C5833-BE37-4C40-A6C1-5B427C533145}" type="datetimeFigureOut">
              <a:rPr lang="en-US" smtClean="0"/>
              <a:pPr/>
              <a:t>3/29/2025</a:t>
            </a:fld>
            <a:endParaRPr lang="en-US" dirty="0"/>
          </a:p>
        </p:txBody>
      </p:sp>
      <p:sp>
        <p:nvSpPr>
          <p:cNvPr id="4" name="Slide Image Placeholder 3"/>
          <p:cNvSpPr>
            <a:spLocks noGrp="1" noRot="1" noChangeAspect="1"/>
          </p:cNvSpPr>
          <p:nvPr>
            <p:ph type="sldImg" idx="2"/>
          </p:nvPr>
        </p:nvSpPr>
        <p:spPr>
          <a:xfrm>
            <a:off x="-762000" y="1096963"/>
            <a:ext cx="9753600" cy="54864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822325" y="6950075"/>
            <a:ext cx="6584950" cy="65833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3896975"/>
            <a:ext cx="3565525" cy="73025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660900" y="13896975"/>
            <a:ext cx="3567113" cy="730250"/>
          </a:xfrm>
          <a:prstGeom prst="rect">
            <a:avLst/>
          </a:prstGeom>
        </p:spPr>
        <p:txBody>
          <a:bodyPr vert="horz" lIns="91440" tIns="45720" rIns="91440" bIns="45720" rtlCol="0" anchor="b"/>
          <a:lstStyle>
            <a:lvl1pPr algn="r">
              <a:defRPr sz="1200"/>
            </a:lvl1pPr>
          </a:lstStyle>
          <a:p>
            <a:fld id="{BF134599-DC7C-46F7-8CAF-E3ED7E340BA8}"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dirty="0"/>
          </a:p>
        </p:txBody>
      </p:sp>
    </p:spTree>
    <p:extLst>
      <p:ext uri="{BB962C8B-B14F-4D97-AF65-F5344CB8AC3E}">
        <p14:creationId xmlns=""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dirty="0"/>
          </a:p>
        </p:txBody>
      </p:sp>
    </p:spTree>
    <p:extLst>
      <p:ext uri="{BB962C8B-B14F-4D97-AF65-F5344CB8AC3E}">
        <p14:creationId xmlns=""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dirty="0"/>
          </a:p>
        </p:txBody>
      </p:sp>
    </p:spTree>
    <p:extLst>
      <p:ext uri="{BB962C8B-B14F-4D97-AF65-F5344CB8AC3E}">
        <p14:creationId xmlns=""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dirty="0"/>
          </a:p>
        </p:txBody>
      </p:sp>
    </p:spTree>
    <p:extLst>
      <p:ext uri="{BB962C8B-B14F-4D97-AF65-F5344CB8AC3E}">
        <p14:creationId xmlns=""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dirty="0"/>
          </a:p>
        </p:txBody>
      </p:sp>
    </p:spTree>
    <p:extLst>
      <p:ext uri="{BB962C8B-B14F-4D97-AF65-F5344CB8AC3E}">
        <p14:creationId xmlns=""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13</a:t>
            </a:fld>
            <a:endParaRPr lang="en-US" dirty="0"/>
          </a:p>
        </p:txBody>
      </p:sp>
    </p:spTree>
    <p:extLst>
      <p:ext uri="{BB962C8B-B14F-4D97-AF65-F5344CB8AC3E}">
        <p14:creationId xmlns=""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15</a:t>
            </a:fld>
            <a:endParaRPr lang="en-US" dirty="0"/>
          </a:p>
        </p:txBody>
      </p:sp>
    </p:spTree>
    <p:extLst>
      <p:ext uri="{BB962C8B-B14F-4D97-AF65-F5344CB8AC3E}">
        <p14:creationId xmlns=""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p:txBody>
          <a:bodyPr/>
          <a:lstStyle/>
          <a:p>
            <a:fld id="{8F6BCBE8-30B0-4476-8762-9236B142003A}" type="datetimeFigureOut">
              <a:rPr lang="en-US" smtClean="0"/>
              <a:pPr/>
              <a:t>3/29/2025</a:t>
            </a:fld>
            <a:endParaRPr lang="en-US" sz="1600" dirty="0">
              <a:solidFill>
                <a:schemeClr val="tx2"/>
              </a:solidFill>
            </a:endParaRPr>
          </a:p>
        </p:txBody>
      </p:sp>
      <p:sp>
        <p:nvSpPr>
          <p:cNvPr id="17" name="Footer Placeholder 16"/>
          <p:cNvSpPr>
            <a:spLocks noGrp="1"/>
          </p:cNvSpPr>
          <p:nvPr>
            <p:ph type="ftr" sz="quarter" idx="11"/>
          </p:nvPr>
        </p:nvSpPr>
        <p:spPr/>
        <p:txBody>
          <a:bodyPr/>
          <a:lstStyle/>
          <a:p>
            <a:pPr algn="r" eaLnBrk="1" latinLnBrk="0" hangingPunct="1"/>
            <a:endParaRPr kumimoji="0" lang="en-US" sz="1600" dirty="0">
              <a:solidFill>
                <a:schemeClr val="tx2"/>
              </a:solidFill>
            </a:endParaRPr>
          </a:p>
        </p:txBody>
      </p:sp>
      <p:sp>
        <p:nvSpPr>
          <p:cNvPr id="29" name="Slide Number Placeholder 28"/>
          <p:cNvSpPr>
            <a:spLocks noGrp="1"/>
          </p:cNvSpPr>
          <p:nvPr>
            <p:ph type="sldNum" sz="quarter" idx="12"/>
          </p:nvPr>
        </p:nvSpPr>
        <p:spPr/>
        <p:txBody>
          <a:bodyPr/>
          <a:lstStyle/>
          <a:p>
            <a:pPr algn="l" eaLnBrk="1" latinLnBrk="0" hangingPunct="1"/>
            <a:fld id="{09CEB3EB-F4F2-46F4-8867-D3C68411A9A0}" type="slidenum">
              <a:rPr kumimoji="0" lang="en-US" smtClean="0"/>
              <a:pPr algn="l" eaLnBrk="1" latinLnBrk="0" hangingPunct="1"/>
              <a:t>‹#›</a:t>
            </a:fld>
            <a:endParaRPr kumimoji="0" lang="en-US" sz="1700" dirty="0">
              <a:solidFill>
                <a:schemeClr val="tx2"/>
              </a:solidFill>
            </a:endParaRPr>
          </a:p>
        </p:txBody>
      </p:sp>
      <p:sp>
        <p:nvSpPr>
          <p:cNvPr id="32" name="Rectangle 31"/>
          <p:cNvSpPr/>
          <p:nvPr/>
        </p:nvSpPr>
        <p:spPr>
          <a:xfrm>
            <a:off x="0" y="-1"/>
            <a:ext cx="585216" cy="8225347"/>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
        <p:nvSpPr>
          <p:cNvPr id="39" name="Rectangle 38"/>
          <p:cNvSpPr/>
          <p:nvPr/>
        </p:nvSpPr>
        <p:spPr>
          <a:xfrm>
            <a:off x="495293" y="816572"/>
            <a:ext cx="73152" cy="438912"/>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
        <p:nvSpPr>
          <p:cNvPr id="40" name="Rectangle 39"/>
          <p:cNvSpPr/>
          <p:nvPr/>
        </p:nvSpPr>
        <p:spPr>
          <a:xfrm>
            <a:off x="430517" y="816572"/>
            <a:ext cx="43891" cy="438912"/>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
        <p:nvSpPr>
          <p:cNvPr id="41" name="Rectangle 40"/>
          <p:cNvSpPr/>
          <p:nvPr/>
        </p:nvSpPr>
        <p:spPr>
          <a:xfrm>
            <a:off x="400032" y="816572"/>
            <a:ext cx="14630" cy="438912"/>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
        <p:nvSpPr>
          <p:cNvPr id="42" name="Rectangle 41"/>
          <p:cNvSpPr/>
          <p:nvPr/>
        </p:nvSpPr>
        <p:spPr>
          <a:xfrm>
            <a:off x="354829" y="816572"/>
            <a:ext cx="14630" cy="438912"/>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
        <p:nvSpPr>
          <p:cNvPr id="8" name="Title 7"/>
          <p:cNvSpPr>
            <a:spLocks noGrp="1"/>
          </p:cNvSpPr>
          <p:nvPr>
            <p:ph type="ctrTitle"/>
          </p:nvPr>
        </p:nvSpPr>
        <p:spPr>
          <a:xfrm>
            <a:off x="1463040" y="5212080"/>
            <a:ext cx="12435840" cy="2370125"/>
          </a:xfrm>
        </p:spPr>
        <p:txBody>
          <a:bodyPr/>
          <a:lstStyle>
            <a:lvl1pPr marR="13062" algn="l">
              <a:defRPr sz="5700" b="1" cap="all" spc="0" baseline="0">
                <a:effectLst>
                  <a:reflection blurRad="12700" stA="34000" endA="740" endPos="53000" dir="5400000" sy="-100000" algn="bl" rotWithShape="0"/>
                </a:effectLst>
              </a:defRPr>
            </a:lvl1pPr>
            <a:extLst/>
          </a:lstStyle>
          <a:p>
            <a:r>
              <a:rPr kumimoji="0" lang="en-US"/>
              <a:t>Click to edit Master title style</a:t>
            </a:r>
          </a:p>
        </p:txBody>
      </p:sp>
      <p:sp>
        <p:nvSpPr>
          <p:cNvPr id="9" name="Subtitle 8"/>
          <p:cNvSpPr>
            <a:spLocks noGrp="1"/>
          </p:cNvSpPr>
          <p:nvPr>
            <p:ph type="subTitle" idx="1"/>
          </p:nvPr>
        </p:nvSpPr>
        <p:spPr>
          <a:xfrm>
            <a:off x="1463040" y="3401568"/>
            <a:ext cx="12435840" cy="1810512"/>
          </a:xfrm>
        </p:spPr>
        <p:txBody>
          <a:bodyPr lIns="143684" tIns="65311" anchor="b"/>
          <a:lstStyle>
            <a:lvl1pPr marL="0" indent="0" algn="l">
              <a:spcBef>
                <a:spcPts val="0"/>
              </a:spcBef>
              <a:buNone/>
              <a:defRPr sz="2900">
                <a:solidFill>
                  <a:schemeClr val="tx1"/>
                </a:solidFill>
              </a:defRPr>
            </a:lvl1pPr>
            <a:lvl2pPr marL="653110" indent="0" algn="ctr">
              <a:buNone/>
            </a:lvl2pPr>
            <a:lvl3pPr marL="1306220" indent="0" algn="ctr">
              <a:buNone/>
            </a:lvl3pPr>
            <a:lvl4pPr marL="1959331" indent="0" algn="ctr">
              <a:buNone/>
            </a:lvl4pPr>
            <a:lvl5pPr marL="2612441" indent="0" algn="ctr">
              <a:buNone/>
            </a:lvl5pPr>
            <a:lvl6pPr marL="3265551" indent="0" algn="ctr">
              <a:buNone/>
            </a:lvl6pPr>
            <a:lvl7pPr marL="3918661" indent="0" algn="ctr">
              <a:buNone/>
            </a:lvl7pPr>
            <a:lvl8pPr marL="4571771" indent="0" algn="ctr">
              <a:buNone/>
            </a:lvl8pPr>
            <a:lvl9pPr marL="5224882" indent="0" algn="ctr">
              <a:buNone/>
            </a:lvl9pPr>
            <a:extLst/>
          </a:lstStyle>
          <a:p>
            <a:r>
              <a:rPr kumimoji="0" lang="en-US"/>
              <a:t>Click to edit Master subtitle style</a:t>
            </a:r>
          </a:p>
        </p:txBody>
      </p:sp>
      <p:sp>
        <p:nvSpPr>
          <p:cNvPr id="56" name="Rectangle 55"/>
          <p:cNvSpPr/>
          <p:nvPr/>
        </p:nvSpPr>
        <p:spPr>
          <a:xfrm>
            <a:off x="408466" y="6056873"/>
            <a:ext cx="117043" cy="202996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
        <p:nvSpPr>
          <p:cNvPr id="65" name="Rectangle 64"/>
          <p:cNvSpPr/>
          <p:nvPr/>
        </p:nvSpPr>
        <p:spPr>
          <a:xfrm>
            <a:off x="408466" y="5756183"/>
            <a:ext cx="117043" cy="27432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
        <p:nvSpPr>
          <p:cNvPr id="66" name="Rectangle 65"/>
          <p:cNvSpPr/>
          <p:nvPr/>
        </p:nvSpPr>
        <p:spPr>
          <a:xfrm>
            <a:off x="408466" y="5565222"/>
            <a:ext cx="117043" cy="164592"/>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
        <p:nvSpPr>
          <p:cNvPr id="67" name="Rectangle 66"/>
          <p:cNvSpPr/>
          <p:nvPr/>
        </p:nvSpPr>
        <p:spPr>
          <a:xfrm>
            <a:off x="408466" y="5451071"/>
            <a:ext cx="117043" cy="8778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F6BCBE8-30B0-4476-8762-9236B142003A}" type="datetimeFigureOut">
              <a:rPr lang="en-US" smtClean="0"/>
              <a:pPr/>
              <a:t>3/29/2025</a:t>
            </a:fld>
            <a:endParaRPr lang="en-US" sz="1600" dirty="0">
              <a:solidFill>
                <a:schemeClr val="tx2"/>
              </a:solidFill>
            </a:endParaRPr>
          </a:p>
        </p:txBody>
      </p:sp>
      <p:sp>
        <p:nvSpPr>
          <p:cNvPr id="5" name="Footer Placeholder 4"/>
          <p:cNvSpPr>
            <a:spLocks noGrp="1"/>
          </p:cNvSpPr>
          <p:nvPr>
            <p:ph type="ftr" sz="quarter" idx="11"/>
          </p:nvPr>
        </p:nvSpPr>
        <p:spPr/>
        <p:txBody>
          <a:bodyPr/>
          <a:lstStyle/>
          <a:p>
            <a:pPr algn="r" eaLnBrk="1" latinLnBrk="0" hangingPunct="1"/>
            <a:endParaRPr kumimoji="0" lang="en-US" sz="1600" dirty="0">
              <a:solidFill>
                <a:schemeClr val="tx2"/>
              </a:solidFill>
            </a:endParaRPr>
          </a:p>
        </p:txBody>
      </p:sp>
      <p:sp>
        <p:nvSpPr>
          <p:cNvPr id="6" name="Slide Number Placeholder 5"/>
          <p:cNvSpPr>
            <a:spLocks noGrp="1"/>
          </p:cNvSpPr>
          <p:nvPr>
            <p:ph type="sldNum" sz="quarter" idx="12"/>
          </p:nvPr>
        </p:nvSpPr>
        <p:spPr/>
        <p:txBody>
          <a:bodyPr/>
          <a:lstStyle/>
          <a:p>
            <a:pPr algn="l" eaLnBrk="1" latinLnBrk="0" hangingPunct="1"/>
            <a:fld id="{09CEB3EB-F4F2-46F4-8867-D3C68411A9A0}" type="slidenum">
              <a:rPr kumimoji="0" lang="en-US" smtClean="0"/>
              <a:pPr algn="l" eaLnBrk="1" latinLnBrk="0" hangingPunct="1"/>
              <a:t>‹#›</a:t>
            </a:fld>
            <a:endParaRPr kumimoji="0" lang="en-US" sz="1700" dirty="0">
              <a:solidFill>
                <a:schemeClr val="tx2"/>
              </a:solidFill>
            </a:endParaRPr>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4" name="Freeform 13"/>
          <p:cNvSpPr>
            <a:spLocks/>
          </p:cNvSpPr>
          <p:nvPr/>
        </p:nvSpPr>
        <p:spPr bwMode="auto">
          <a:xfrm>
            <a:off x="7726323" y="1288666"/>
            <a:ext cx="6915418" cy="694944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130622" tIns="65311" rIns="130622" bIns="65311" anchor="t" compatLnSpc="1"/>
          <a:lstStyle/>
          <a:p>
            <a:endParaRPr kumimoji="0" lang="en-US" dirty="0"/>
          </a:p>
        </p:txBody>
      </p:sp>
      <p:sp>
        <p:nvSpPr>
          <p:cNvPr id="15" name="Freeform 14"/>
          <p:cNvSpPr>
            <a:spLocks/>
          </p:cNvSpPr>
          <p:nvPr/>
        </p:nvSpPr>
        <p:spPr bwMode="auto">
          <a:xfrm>
            <a:off x="598345" y="0"/>
            <a:ext cx="8823258" cy="7938398"/>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130622" tIns="65311" rIns="130622" bIns="65311" anchor="t" compatLnSpc="1"/>
          <a:lstStyle/>
          <a:p>
            <a:endParaRPr kumimoji="0" lang="en-US" dirty="0"/>
          </a:p>
        </p:txBody>
      </p:sp>
      <p:sp>
        <p:nvSpPr>
          <p:cNvPr id="13" name="Freeform 12"/>
          <p:cNvSpPr>
            <a:spLocks/>
          </p:cNvSpPr>
          <p:nvPr/>
        </p:nvSpPr>
        <p:spPr bwMode="auto">
          <a:xfrm rot="5236414">
            <a:off x="7962365" y="1542576"/>
            <a:ext cx="4937760" cy="1901952"/>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130622" tIns="65311" rIns="130622" bIns="65311" anchor="t" compatLnSpc="1"/>
          <a:lstStyle/>
          <a:p>
            <a:endParaRPr kumimoji="0" lang="en-US" dirty="0"/>
          </a:p>
        </p:txBody>
      </p:sp>
      <p:sp>
        <p:nvSpPr>
          <p:cNvPr id="16" name="Freeform 15"/>
          <p:cNvSpPr>
            <a:spLocks/>
          </p:cNvSpPr>
          <p:nvPr/>
        </p:nvSpPr>
        <p:spPr bwMode="auto">
          <a:xfrm>
            <a:off x="9509760" y="0"/>
            <a:ext cx="4389120" cy="512064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130622" tIns="65311" rIns="130622" bIns="65311" anchor="t" compatLnSpc="1"/>
          <a:lstStyle/>
          <a:p>
            <a:endParaRPr kumimoji="0" lang="en-US" dirty="0"/>
          </a:p>
        </p:txBody>
      </p:sp>
      <p:sp>
        <p:nvSpPr>
          <p:cNvPr id="17" name="Freeform 16"/>
          <p:cNvSpPr>
            <a:spLocks/>
          </p:cNvSpPr>
          <p:nvPr/>
        </p:nvSpPr>
        <p:spPr bwMode="auto">
          <a:xfrm>
            <a:off x="9509760" y="5120640"/>
            <a:ext cx="5120640" cy="13716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130622" tIns="65311" rIns="130622" bIns="65311" anchor="t" compatLnSpc="1"/>
          <a:lstStyle/>
          <a:p>
            <a:endParaRPr kumimoji="0" lang="en-US" dirty="0"/>
          </a:p>
        </p:txBody>
      </p:sp>
      <p:sp>
        <p:nvSpPr>
          <p:cNvPr id="18" name="Freeform 17"/>
          <p:cNvSpPr>
            <a:spLocks/>
          </p:cNvSpPr>
          <p:nvPr/>
        </p:nvSpPr>
        <p:spPr bwMode="auto">
          <a:xfrm>
            <a:off x="9509760" y="0"/>
            <a:ext cx="2194560" cy="512064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130622" tIns="65311" rIns="130622" bIns="65311" anchor="t" compatLnSpc="1"/>
          <a:lstStyle/>
          <a:p>
            <a:endParaRPr kumimoji="0" lang="en-US" dirty="0"/>
          </a:p>
        </p:txBody>
      </p:sp>
      <p:sp>
        <p:nvSpPr>
          <p:cNvPr id="19" name="Freeform 18"/>
          <p:cNvSpPr>
            <a:spLocks/>
          </p:cNvSpPr>
          <p:nvPr/>
        </p:nvSpPr>
        <p:spPr bwMode="auto">
          <a:xfrm>
            <a:off x="9517382" y="5095876"/>
            <a:ext cx="3345179" cy="3133724"/>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130622" tIns="65311" rIns="130622" bIns="65311" anchor="t" compatLnSpc="1"/>
          <a:lstStyle/>
          <a:p>
            <a:endParaRPr kumimoji="0" lang="en-US" dirty="0"/>
          </a:p>
        </p:txBody>
      </p:sp>
      <p:sp>
        <p:nvSpPr>
          <p:cNvPr id="20" name="Freeform 19"/>
          <p:cNvSpPr>
            <a:spLocks/>
          </p:cNvSpPr>
          <p:nvPr/>
        </p:nvSpPr>
        <p:spPr bwMode="auto">
          <a:xfrm>
            <a:off x="9509760" y="5120640"/>
            <a:ext cx="2560320" cy="310896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130622" tIns="65311" rIns="130622" bIns="65311" anchor="t" compatLnSpc="1"/>
          <a:lstStyle/>
          <a:p>
            <a:endParaRPr kumimoji="0" lang="en-US" dirty="0"/>
          </a:p>
        </p:txBody>
      </p:sp>
      <p:sp>
        <p:nvSpPr>
          <p:cNvPr id="21" name="Freeform 20"/>
          <p:cNvSpPr>
            <a:spLocks/>
          </p:cNvSpPr>
          <p:nvPr/>
        </p:nvSpPr>
        <p:spPr bwMode="auto">
          <a:xfrm>
            <a:off x="9509760" y="1645920"/>
            <a:ext cx="5120640" cy="347472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130622" tIns="65311" rIns="130622" bIns="65311" anchor="t" compatLnSpc="1"/>
          <a:lstStyle/>
          <a:p>
            <a:endParaRPr kumimoji="0" lang="en-US" dirty="0"/>
          </a:p>
        </p:txBody>
      </p:sp>
      <p:sp>
        <p:nvSpPr>
          <p:cNvPr id="22" name="Freeform 21"/>
          <p:cNvSpPr>
            <a:spLocks/>
          </p:cNvSpPr>
          <p:nvPr/>
        </p:nvSpPr>
        <p:spPr bwMode="auto">
          <a:xfrm>
            <a:off x="9509760" y="2103120"/>
            <a:ext cx="5120640" cy="301752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130622" tIns="65311" rIns="130622" bIns="65311" anchor="t" compatLnSpc="1"/>
          <a:lstStyle/>
          <a:p>
            <a:endParaRPr kumimoji="0" lang="en-US" dirty="0"/>
          </a:p>
        </p:txBody>
      </p:sp>
      <p:sp>
        <p:nvSpPr>
          <p:cNvPr id="23" name="Freeform 22"/>
          <p:cNvSpPr>
            <a:spLocks/>
          </p:cNvSpPr>
          <p:nvPr/>
        </p:nvSpPr>
        <p:spPr bwMode="auto">
          <a:xfrm>
            <a:off x="1584960" y="5120640"/>
            <a:ext cx="7924800" cy="310896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130622" tIns="65311" rIns="130622" bIns="65311" anchor="t" compatLnSpc="1"/>
          <a:lstStyle/>
          <a:p>
            <a:endParaRPr kumimoji="0" lang="en-US" dirty="0"/>
          </a:p>
        </p:txBody>
      </p:sp>
      <p:sp>
        <p:nvSpPr>
          <p:cNvPr id="24" name="Freeform 23"/>
          <p:cNvSpPr>
            <a:spLocks/>
          </p:cNvSpPr>
          <p:nvPr/>
        </p:nvSpPr>
        <p:spPr bwMode="auto">
          <a:xfrm>
            <a:off x="853440" y="5120640"/>
            <a:ext cx="8534400" cy="310896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130622" tIns="65311" rIns="130622" bIns="65311" anchor="t" compatLnSpc="1"/>
          <a:lstStyle/>
          <a:p>
            <a:endParaRPr kumimoji="0" lang="en-US" dirty="0"/>
          </a:p>
        </p:txBody>
      </p:sp>
      <p:sp>
        <p:nvSpPr>
          <p:cNvPr id="25" name="Freeform 24"/>
          <p:cNvSpPr>
            <a:spLocks/>
          </p:cNvSpPr>
          <p:nvPr/>
        </p:nvSpPr>
        <p:spPr bwMode="auto">
          <a:xfrm>
            <a:off x="586918" y="2926080"/>
            <a:ext cx="9022080" cy="219456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130622" tIns="65311" rIns="130622" bIns="65311" anchor="t" compatLnSpc="1"/>
          <a:lstStyle/>
          <a:p>
            <a:endParaRPr kumimoji="0" lang="en-US" dirty="0"/>
          </a:p>
        </p:txBody>
      </p:sp>
      <p:sp>
        <p:nvSpPr>
          <p:cNvPr id="26" name="Freeform 25"/>
          <p:cNvSpPr>
            <a:spLocks/>
          </p:cNvSpPr>
          <p:nvPr/>
        </p:nvSpPr>
        <p:spPr bwMode="auto">
          <a:xfrm>
            <a:off x="586918" y="2560320"/>
            <a:ext cx="9022080" cy="256032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130622" tIns="65311" rIns="130622" bIns="65311" anchor="t" compatLnSpc="1"/>
          <a:lstStyle/>
          <a:p>
            <a:endParaRPr kumimoji="0" lang="en-US" dirty="0"/>
          </a:p>
        </p:txBody>
      </p:sp>
      <p:sp>
        <p:nvSpPr>
          <p:cNvPr id="27" name="Freeform 26"/>
          <p:cNvSpPr>
            <a:spLocks/>
          </p:cNvSpPr>
          <p:nvPr/>
        </p:nvSpPr>
        <p:spPr bwMode="auto">
          <a:xfrm>
            <a:off x="7315200" y="5120640"/>
            <a:ext cx="2194560" cy="310896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130622" tIns="65311" rIns="130622" bIns="65311" anchor="t" compatLnSpc="1"/>
          <a:lstStyle/>
          <a:p>
            <a:endParaRPr kumimoji="0" lang="en-US" dirty="0"/>
          </a:p>
        </p:txBody>
      </p:sp>
      <p:sp>
        <p:nvSpPr>
          <p:cNvPr id="3" name="Text Placeholder 2"/>
          <p:cNvSpPr>
            <a:spLocks noGrp="1"/>
          </p:cNvSpPr>
          <p:nvPr>
            <p:ph type="body" idx="1"/>
          </p:nvPr>
        </p:nvSpPr>
        <p:spPr>
          <a:xfrm>
            <a:off x="1131043" y="1622007"/>
            <a:ext cx="9148877" cy="1172983"/>
          </a:xfrm>
        </p:spPr>
        <p:txBody>
          <a:bodyPr lIns="117560" tIns="65311" bIns="0" anchor="t"/>
          <a:lstStyle>
            <a:lvl1pPr marL="78373" indent="0">
              <a:buNone/>
              <a:defRPr sz="2900">
                <a:solidFill>
                  <a:schemeClr val="tx1">
                    <a:tint val="75000"/>
                  </a:schemeClr>
                </a:solidFill>
              </a:defRPr>
            </a:lvl1pPr>
            <a:lvl2pPr>
              <a:buNone/>
              <a:defRPr sz="2600">
                <a:solidFill>
                  <a:schemeClr val="tx1">
                    <a:tint val="75000"/>
                  </a:schemeClr>
                </a:solidFill>
              </a:defRPr>
            </a:lvl2pPr>
            <a:lvl3pPr>
              <a:buNone/>
              <a:defRPr sz="2300">
                <a:solidFill>
                  <a:schemeClr val="tx1">
                    <a:tint val="75000"/>
                  </a:schemeClr>
                </a:solidFill>
              </a:defRPr>
            </a:lvl3pPr>
            <a:lvl4pPr>
              <a:buNone/>
              <a:defRPr sz="2000">
                <a:solidFill>
                  <a:schemeClr val="tx1">
                    <a:tint val="75000"/>
                  </a:schemeClr>
                </a:solidFill>
              </a:defRPr>
            </a:lvl4pPr>
            <a:lvl5pPr>
              <a:buNone/>
              <a:defRPr sz="20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8F6BCBE8-30B0-4476-8762-9236B142003A}" type="datetimeFigureOut">
              <a:rPr lang="en-US" smtClean="0"/>
              <a:pPr/>
              <a:t>3/29/2025</a:t>
            </a:fld>
            <a:endParaRPr lang="en-US" sz="1600" dirty="0">
              <a:solidFill>
                <a:schemeClr val="tx2"/>
              </a:solidFill>
            </a:endParaRPr>
          </a:p>
        </p:txBody>
      </p:sp>
      <p:sp>
        <p:nvSpPr>
          <p:cNvPr id="5" name="Footer Placeholder 4"/>
          <p:cNvSpPr>
            <a:spLocks noGrp="1"/>
          </p:cNvSpPr>
          <p:nvPr>
            <p:ph type="ftr" sz="quarter" idx="11"/>
          </p:nvPr>
        </p:nvSpPr>
        <p:spPr/>
        <p:txBody>
          <a:bodyPr/>
          <a:lstStyle/>
          <a:p>
            <a:pPr algn="r" eaLnBrk="1" latinLnBrk="0" hangingPunct="1"/>
            <a:endParaRPr kumimoji="0" lang="en-US" sz="1600" dirty="0">
              <a:solidFill>
                <a:schemeClr val="tx2"/>
              </a:solidFill>
            </a:endParaRPr>
          </a:p>
        </p:txBody>
      </p:sp>
      <p:sp>
        <p:nvSpPr>
          <p:cNvPr id="6" name="Slide Number Placeholder 5"/>
          <p:cNvSpPr>
            <a:spLocks noGrp="1"/>
          </p:cNvSpPr>
          <p:nvPr>
            <p:ph type="sldNum" sz="quarter" idx="12"/>
          </p:nvPr>
        </p:nvSpPr>
        <p:spPr/>
        <p:txBody>
          <a:bodyPr/>
          <a:lstStyle/>
          <a:p>
            <a:pPr algn="l" eaLnBrk="1" latinLnBrk="0" hangingPunct="1"/>
            <a:fld id="{09CEB3EB-F4F2-46F4-8867-D3C68411A9A0}" type="slidenum">
              <a:rPr kumimoji="0" lang="en-US" smtClean="0"/>
              <a:pPr algn="l" eaLnBrk="1" latinLnBrk="0" hangingPunct="1"/>
              <a:t>‹#›</a:t>
            </a:fld>
            <a:endParaRPr kumimoji="0" lang="en-US" sz="1700" dirty="0">
              <a:solidFill>
                <a:schemeClr val="tx2"/>
              </a:solidFill>
            </a:endParaRPr>
          </a:p>
        </p:txBody>
      </p:sp>
      <p:sp>
        <p:nvSpPr>
          <p:cNvPr id="7" name="Rectangle 6"/>
          <p:cNvSpPr/>
          <p:nvPr/>
        </p:nvSpPr>
        <p:spPr>
          <a:xfrm>
            <a:off x="581056" y="482717"/>
            <a:ext cx="13606272" cy="1063518"/>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
        <p:nvSpPr>
          <p:cNvPr id="2" name="Title 1"/>
          <p:cNvSpPr>
            <a:spLocks noGrp="1"/>
          </p:cNvSpPr>
          <p:nvPr>
            <p:ph type="title"/>
          </p:nvPr>
        </p:nvSpPr>
        <p:spPr>
          <a:xfrm>
            <a:off x="1131043" y="614477"/>
            <a:ext cx="13050317" cy="932688"/>
          </a:xfrm>
        </p:spPr>
        <p:txBody>
          <a:bodyPr tIns="91435"/>
          <a:lstStyle>
            <a:lvl1pPr algn="l">
              <a:buNone/>
              <a:defRPr sz="5400" b="0" cap="none" spc="-214" baseline="0"/>
            </a:lvl1pPr>
            <a:extLst/>
          </a:lstStyle>
          <a:p>
            <a:r>
              <a:rPr kumimoji="0" lang="en-US"/>
              <a:t>Click to edit Master title style</a:t>
            </a:r>
          </a:p>
        </p:txBody>
      </p:sp>
      <p:sp>
        <p:nvSpPr>
          <p:cNvPr id="8" name="Rectangle 7"/>
          <p:cNvSpPr/>
          <p:nvPr/>
        </p:nvSpPr>
        <p:spPr>
          <a:xfrm flipH="1">
            <a:off x="594461" y="816572"/>
            <a:ext cx="43891" cy="438912"/>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
        <p:nvSpPr>
          <p:cNvPr id="9" name="Rectangle 8"/>
          <p:cNvSpPr/>
          <p:nvPr/>
        </p:nvSpPr>
        <p:spPr>
          <a:xfrm flipH="1">
            <a:off x="657775" y="816572"/>
            <a:ext cx="43891" cy="438912"/>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
        <p:nvSpPr>
          <p:cNvPr id="10" name="Rectangle 9"/>
          <p:cNvSpPr/>
          <p:nvPr/>
        </p:nvSpPr>
        <p:spPr>
          <a:xfrm flipH="1">
            <a:off x="717520" y="816572"/>
            <a:ext cx="14630" cy="438912"/>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
        <p:nvSpPr>
          <p:cNvPr id="11" name="Rectangle 10"/>
          <p:cNvSpPr/>
          <p:nvPr/>
        </p:nvSpPr>
        <p:spPr>
          <a:xfrm flipH="1">
            <a:off x="762723" y="816572"/>
            <a:ext cx="14630" cy="438912"/>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
        <p:nvSpPr>
          <p:cNvPr id="12" name="Rectangle 11"/>
          <p:cNvSpPr/>
          <p:nvPr/>
        </p:nvSpPr>
        <p:spPr>
          <a:xfrm>
            <a:off x="800765" y="816572"/>
            <a:ext cx="58522" cy="438912"/>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31520" y="614477"/>
            <a:ext cx="13167360" cy="1097280"/>
          </a:xfrm>
        </p:spPr>
        <p:txBody>
          <a:bodyPr/>
          <a:lstStyle/>
          <a:p>
            <a:r>
              <a:rPr kumimoji="0" lang="en-US"/>
              <a:t>Click to edit Master title style</a:t>
            </a:r>
          </a:p>
        </p:txBody>
      </p:sp>
      <p:sp>
        <p:nvSpPr>
          <p:cNvPr id="3" name="Content Placeholder 2"/>
          <p:cNvSpPr>
            <a:spLocks noGrp="1"/>
          </p:cNvSpPr>
          <p:nvPr>
            <p:ph sz="half" idx="1"/>
          </p:nvPr>
        </p:nvSpPr>
        <p:spPr>
          <a:xfrm>
            <a:off x="742950" y="2124602"/>
            <a:ext cx="6461760" cy="5431156"/>
          </a:xfrm>
        </p:spPr>
        <p:txBody>
          <a:bodyPr/>
          <a:lstStyle>
            <a:lvl1pPr>
              <a:defRPr sz="4000"/>
            </a:lvl1pPr>
            <a:lvl2pPr>
              <a:defRPr sz="3400"/>
            </a:lvl2pPr>
            <a:lvl3pPr>
              <a:defRPr sz="2900"/>
            </a:lvl3pPr>
            <a:lvl4pPr>
              <a:defRPr sz="2600"/>
            </a:lvl4pPr>
            <a:lvl5pPr>
              <a:defRPr sz="2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7448550" y="2124602"/>
            <a:ext cx="6461760" cy="5431156"/>
          </a:xfrm>
        </p:spPr>
        <p:txBody>
          <a:bodyPr/>
          <a:lstStyle>
            <a:lvl1pPr>
              <a:defRPr sz="4000"/>
            </a:lvl1pPr>
            <a:lvl2pPr>
              <a:defRPr sz="3400"/>
            </a:lvl2pPr>
            <a:lvl3pPr>
              <a:defRPr sz="2900"/>
            </a:lvl3pPr>
            <a:lvl4pPr>
              <a:defRPr sz="2600"/>
            </a:lvl4pPr>
            <a:lvl5pPr>
              <a:defRPr sz="2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8F6BCBE8-30B0-4476-8762-9236B142003A}" type="datetimeFigureOut">
              <a:rPr lang="en-US" smtClean="0"/>
              <a:pPr/>
              <a:t>3/29/2025</a:t>
            </a:fld>
            <a:endParaRPr lang="en-US" sz="1600" dirty="0">
              <a:solidFill>
                <a:schemeClr val="tx2"/>
              </a:solidFill>
            </a:endParaRPr>
          </a:p>
        </p:txBody>
      </p:sp>
      <p:sp>
        <p:nvSpPr>
          <p:cNvPr id="6" name="Footer Placeholder 5"/>
          <p:cNvSpPr>
            <a:spLocks noGrp="1"/>
          </p:cNvSpPr>
          <p:nvPr>
            <p:ph type="ftr" sz="quarter" idx="11"/>
          </p:nvPr>
        </p:nvSpPr>
        <p:spPr/>
        <p:txBody>
          <a:bodyPr/>
          <a:lstStyle/>
          <a:p>
            <a:pPr algn="r" eaLnBrk="1" latinLnBrk="0" hangingPunct="1"/>
            <a:endParaRPr kumimoji="0" lang="en-US" sz="1600" dirty="0">
              <a:solidFill>
                <a:schemeClr val="tx2"/>
              </a:solidFill>
            </a:endParaRPr>
          </a:p>
        </p:txBody>
      </p:sp>
      <p:sp>
        <p:nvSpPr>
          <p:cNvPr id="7" name="Slide Number Placeholder 6"/>
          <p:cNvSpPr>
            <a:spLocks noGrp="1"/>
          </p:cNvSpPr>
          <p:nvPr>
            <p:ph type="sldNum" sz="quarter" idx="12"/>
          </p:nvPr>
        </p:nvSpPr>
        <p:spPr/>
        <p:txBody>
          <a:bodyPr/>
          <a:lstStyle/>
          <a:p>
            <a:pPr algn="l" eaLnBrk="1" latinLnBrk="0" hangingPunct="1"/>
            <a:fld id="{09CEB3EB-F4F2-46F4-8867-D3C68411A9A0}" type="slidenum">
              <a:rPr kumimoji="0" lang="en-US" smtClean="0"/>
              <a:pPr algn="l" eaLnBrk="1" latinLnBrk="0" hangingPunct="1"/>
              <a:t>‹#›</a:t>
            </a:fld>
            <a:endParaRPr kumimoji="0" lang="en-US" sz="1700" dirty="0">
              <a:solidFill>
                <a:schemeClr val="tx2"/>
              </a:solidFill>
            </a:endParaRPr>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5" name="Rectangle 24"/>
          <p:cNvSpPr/>
          <p:nvPr/>
        </p:nvSpPr>
        <p:spPr>
          <a:xfrm>
            <a:off x="0" y="482719"/>
            <a:ext cx="14187328" cy="1063518"/>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
        <p:nvSpPr>
          <p:cNvPr id="2" name="Title 1"/>
          <p:cNvSpPr>
            <a:spLocks noGrp="1"/>
          </p:cNvSpPr>
          <p:nvPr>
            <p:ph type="title"/>
          </p:nvPr>
        </p:nvSpPr>
        <p:spPr>
          <a:xfrm>
            <a:off x="807718" y="614477"/>
            <a:ext cx="12435840" cy="1097280"/>
          </a:xfrm>
        </p:spPr>
        <p:txBody>
          <a:bodyPr anchor="t"/>
          <a:lstStyle>
            <a:lvl1pPr>
              <a:defRPr sz="5700"/>
            </a:lvl1pPr>
            <a:extLst/>
          </a:lstStyle>
          <a:p>
            <a:r>
              <a:rPr kumimoji="0" lang="en-US"/>
              <a:t>Click to edit Master title style</a:t>
            </a:r>
          </a:p>
        </p:txBody>
      </p:sp>
      <p:sp>
        <p:nvSpPr>
          <p:cNvPr id="3" name="Text Placeholder 2"/>
          <p:cNvSpPr>
            <a:spLocks noGrp="1"/>
          </p:cNvSpPr>
          <p:nvPr>
            <p:ph type="body" idx="1"/>
          </p:nvPr>
        </p:nvSpPr>
        <p:spPr>
          <a:xfrm>
            <a:off x="731520" y="2171700"/>
            <a:ext cx="6464301" cy="767714"/>
          </a:xfrm>
        </p:spPr>
        <p:txBody>
          <a:bodyPr anchor="ctr"/>
          <a:lstStyle>
            <a:lvl1pPr marL="104498" indent="0" algn="l">
              <a:buNone/>
              <a:defRPr sz="3400" b="1">
                <a:solidFill>
                  <a:schemeClr val="accent2"/>
                </a:solidFill>
              </a:defRPr>
            </a:lvl1pPr>
            <a:lvl2pPr>
              <a:buNone/>
              <a:defRPr sz="2900" b="1"/>
            </a:lvl2pPr>
            <a:lvl3pPr>
              <a:buNone/>
              <a:defRPr sz="2600" b="1"/>
            </a:lvl3pPr>
            <a:lvl4pPr>
              <a:buNone/>
              <a:defRPr sz="2300" b="1"/>
            </a:lvl4pPr>
            <a:lvl5pPr>
              <a:buNone/>
              <a:defRPr sz="23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7432041" y="2171700"/>
            <a:ext cx="6466840" cy="767714"/>
          </a:xfrm>
        </p:spPr>
        <p:txBody>
          <a:bodyPr anchor="ctr"/>
          <a:lstStyle>
            <a:lvl1pPr marL="104498" indent="0">
              <a:buNone/>
              <a:defRPr sz="3400" b="1">
                <a:solidFill>
                  <a:schemeClr val="accent2"/>
                </a:solidFill>
              </a:defRPr>
            </a:lvl1pPr>
            <a:lvl2pPr>
              <a:buNone/>
              <a:defRPr sz="2900" b="1"/>
            </a:lvl2pPr>
            <a:lvl3pPr>
              <a:buNone/>
              <a:defRPr sz="2600" b="1"/>
            </a:lvl3pPr>
            <a:lvl4pPr>
              <a:buNone/>
              <a:defRPr sz="2300" b="1"/>
            </a:lvl4pPr>
            <a:lvl5pPr>
              <a:buNone/>
              <a:defRPr sz="23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731520" y="2950845"/>
            <a:ext cx="6464301" cy="4751222"/>
          </a:xfrm>
        </p:spPr>
        <p:txBody>
          <a:bodyPr/>
          <a:lstStyle>
            <a:lvl1pPr>
              <a:defRPr sz="3400"/>
            </a:lvl1pPr>
            <a:lvl2pPr>
              <a:defRPr sz="2900"/>
            </a:lvl2pPr>
            <a:lvl3pPr>
              <a:defRPr sz="2600"/>
            </a:lvl3pPr>
            <a:lvl4pPr>
              <a:defRPr sz="2300"/>
            </a:lvl4pPr>
            <a:lvl5pPr>
              <a:defRPr sz="23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7432041" y="2950845"/>
            <a:ext cx="6466840" cy="4751222"/>
          </a:xfrm>
        </p:spPr>
        <p:txBody>
          <a:bodyPr/>
          <a:lstStyle>
            <a:lvl1pPr>
              <a:defRPr sz="3400"/>
            </a:lvl1pPr>
            <a:lvl2pPr>
              <a:defRPr sz="2900"/>
            </a:lvl2pPr>
            <a:lvl3pPr>
              <a:defRPr sz="2600"/>
            </a:lvl3pPr>
            <a:lvl4pPr>
              <a:defRPr sz="2300"/>
            </a:lvl4pPr>
            <a:lvl5pPr>
              <a:defRPr sz="23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8F6BCBE8-30B0-4476-8762-9236B142003A}" type="datetimeFigureOut">
              <a:rPr lang="en-US" smtClean="0"/>
              <a:pPr/>
              <a:t>3/29/2025</a:t>
            </a:fld>
            <a:endParaRPr lang="en-US" sz="1600" dirty="0">
              <a:solidFill>
                <a:schemeClr val="tx2"/>
              </a:solidFill>
            </a:endParaRPr>
          </a:p>
        </p:txBody>
      </p:sp>
      <p:sp>
        <p:nvSpPr>
          <p:cNvPr id="8" name="Footer Placeholder 7"/>
          <p:cNvSpPr>
            <a:spLocks noGrp="1"/>
          </p:cNvSpPr>
          <p:nvPr>
            <p:ph type="ftr" sz="quarter" idx="11"/>
          </p:nvPr>
        </p:nvSpPr>
        <p:spPr/>
        <p:txBody>
          <a:bodyPr/>
          <a:lstStyle/>
          <a:p>
            <a:pPr algn="r" eaLnBrk="1" latinLnBrk="0" hangingPunct="1"/>
            <a:endParaRPr kumimoji="0" lang="en-US" sz="1600" dirty="0">
              <a:solidFill>
                <a:schemeClr val="tx2"/>
              </a:solidFill>
            </a:endParaRPr>
          </a:p>
        </p:txBody>
      </p:sp>
      <p:sp>
        <p:nvSpPr>
          <p:cNvPr id="9" name="Slide Number Placeholder 8"/>
          <p:cNvSpPr>
            <a:spLocks noGrp="1"/>
          </p:cNvSpPr>
          <p:nvPr>
            <p:ph type="sldNum" sz="quarter" idx="12"/>
          </p:nvPr>
        </p:nvSpPr>
        <p:spPr/>
        <p:txBody>
          <a:bodyPr/>
          <a:lstStyle/>
          <a:p>
            <a:pPr algn="l" eaLnBrk="1" latinLnBrk="0" hangingPunct="1"/>
            <a:fld id="{09CEB3EB-F4F2-46F4-8867-D3C68411A9A0}" type="slidenum">
              <a:rPr kumimoji="0" lang="en-US" smtClean="0"/>
              <a:pPr algn="l" eaLnBrk="1" latinLnBrk="0" hangingPunct="1"/>
              <a:t>‹#›</a:t>
            </a:fld>
            <a:endParaRPr kumimoji="0" lang="en-US" sz="1700" dirty="0">
              <a:solidFill>
                <a:schemeClr val="tx2"/>
              </a:solidFill>
            </a:endParaRPr>
          </a:p>
        </p:txBody>
      </p:sp>
      <p:sp>
        <p:nvSpPr>
          <p:cNvPr id="16" name="Rectangle 15"/>
          <p:cNvSpPr/>
          <p:nvPr/>
        </p:nvSpPr>
        <p:spPr>
          <a:xfrm>
            <a:off x="140464" y="816572"/>
            <a:ext cx="73152" cy="438912"/>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
        <p:nvSpPr>
          <p:cNvPr id="17" name="Rectangle 16"/>
          <p:cNvSpPr/>
          <p:nvPr/>
        </p:nvSpPr>
        <p:spPr>
          <a:xfrm>
            <a:off x="75688" y="816572"/>
            <a:ext cx="43891" cy="438912"/>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
        <p:nvSpPr>
          <p:cNvPr id="18" name="Rectangle 17"/>
          <p:cNvSpPr/>
          <p:nvPr/>
        </p:nvSpPr>
        <p:spPr>
          <a:xfrm>
            <a:off x="45203" y="816572"/>
            <a:ext cx="14630" cy="438912"/>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
        <p:nvSpPr>
          <p:cNvPr id="19" name="Rectangle 18"/>
          <p:cNvSpPr/>
          <p:nvPr/>
        </p:nvSpPr>
        <p:spPr>
          <a:xfrm>
            <a:off x="0" y="816572"/>
            <a:ext cx="14630" cy="438912"/>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
        <p:nvSpPr>
          <p:cNvPr id="20" name="Rectangle 19"/>
          <p:cNvSpPr/>
          <p:nvPr/>
        </p:nvSpPr>
        <p:spPr>
          <a:xfrm flipH="1">
            <a:off x="239632" y="816572"/>
            <a:ext cx="43891" cy="438912"/>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
        <p:nvSpPr>
          <p:cNvPr id="21" name="Rectangle 20"/>
          <p:cNvSpPr/>
          <p:nvPr/>
        </p:nvSpPr>
        <p:spPr>
          <a:xfrm flipH="1">
            <a:off x="302946" y="816572"/>
            <a:ext cx="43891" cy="438912"/>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
        <p:nvSpPr>
          <p:cNvPr id="22" name="Rectangle 21"/>
          <p:cNvSpPr/>
          <p:nvPr/>
        </p:nvSpPr>
        <p:spPr>
          <a:xfrm flipH="1">
            <a:off x="362691" y="816572"/>
            <a:ext cx="14630" cy="438912"/>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
        <p:nvSpPr>
          <p:cNvPr id="29" name="Rectangle 28"/>
          <p:cNvSpPr/>
          <p:nvPr/>
        </p:nvSpPr>
        <p:spPr>
          <a:xfrm flipH="1">
            <a:off x="407895" y="816572"/>
            <a:ext cx="14630" cy="438912"/>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
        <p:nvSpPr>
          <p:cNvPr id="30" name="Rectangle 29"/>
          <p:cNvSpPr/>
          <p:nvPr/>
        </p:nvSpPr>
        <p:spPr>
          <a:xfrm>
            <a:off x="445936" y="816572"/>
            <a:ext cx="58522" cy="438912"/>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63040" y="614477"/>
            <a:ext cx="12435840" cy="1097280"/>
          </a:xfrm>
        </p:spPr>
        <p:txBody>
          <a:bodyPr/>
          <a:lstStyle>
            <a:lvl1pPr>
              <a:defRPr sz="5700" cap="none" baseline="0"/>
            </a:lvl1pPr>
            <a:extLst/>
          </a:lstStyle>
          <a:p>
            <a:r>
              <a:rPr kumimoji="0" lang="en-US"/>
              <a:t>Click to edit Master title style</a:t>
            </a:r>
          </a:p>
        </p:txBody>
      </p:sp>
      <p:sp>
        <p:nvSpPr>
          <p:cNvPr id="3" name="Date Placeholder 2"/>
          <p:cNvSpPr>
            <a:spLocks noGrp="1"/>
          </p:cNvSpPr>
          <p:nvPr>
            <p:ph type="dt" sz="half" idx="10"/>
          </p:nvPr>
        </p:nvSpPr>
        <p:spPr/>
        <p:txBody>
          <a:bodyPr/>
          <a:lstStyle/>
          <a:p>
            <a:fld id="{8F6BCBE8-30B0-4476-8762-9236B142003A}" type="datetimeFigureOut">
              <a:rPr lang="en-US" smtClean="0"/>
              <a:pPr/>
              <a:t>3/29/2025</a:t>
            </a:fld>
            <a:endParaRPr lang="en-US" sz="1600" dirty="0">
              <a:solidFill>
                <a:schemeClr val="tx2"/>
              </a:solidFill>
            </a:endParaRPr>
          </a:p>
        </p:txBody>
      </p:sp>
      <p:sp>
        <p:nvSpPr>
          <p:cNvPr id="4" name="Footer Placeholder 3"/>
          <p:cNvSpPr>
            <a:spLocks noGrp="1"/>
          </p:cNvSpPr>
          <p:nvPr>
            <p:ph type="ftr" sz="quarter" idx="11"/>
          </p:nvPr>
        </p:nvSpPr>
        <p:spPr/>
        <p:txBody>
          <a:bodyPr/>
          <a:lstStyle/>
          <a:p>
            <a:pPr algn="r" eaLnBrk="1" latinLnBrk="0" hangingPunct="1"/>
            <a:endParaRPr kumimoji="0" lang="en-US" sz="1600" dirty="0">
              <a:solidFill>
                <a:schemeClr val="tx2"/>
              </a:solidFill>
            </a:endParaRPr>
          </a:p>
        </p:txBody>
      </p:sp>
      <p:sp>
        <p:nvSpPr>
          <p:cNvPr id="5" name="Slide Number Placeholder 4"/>
          <p:cNvSpPr>
            <a:spLocks noGrp="1"/>
          </p:cNvSpPr>
          <p:nvPr>
            <p:ph type="sldNum" sz="quarter" idx="12"/>
          </p:nvPr>
        </p:nvSpPr>
        <p:spPr/>
        <p:txBody>
          <a:bodyPr/>
          <a:lstStyle/>
          <a:p>
            <a:pPr algn="l" eaLnBrk="1" latinLnBrk="0" hangingPunct="1"/>
            <a:fld id="{09CEB3EB-F4F2-46F4-8867-D3C68411A9A0}" type="slidenum">
              <a:rPr kumimoji="0" lang="en-US" smtClean="0"/>
              <a:pPr algn="l" eaLnBrk="1" latinLnBrk="0" hangingPunct="1"/>
              <a:t>‹#›</a:t>
            </a:fld>
            <a:endParaRPr kumimoji="0" lang="en-US" sz="1700" dirty="0">
              <a:solidFill>
                <a:schemeClr val="tx2"/>
              </a:solidFill>
            </a:endParaRP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6BCBE8-30B0-4476-8762-9236B142003A}" type="datetimeFigureOut">
              <a:rPr lang="en-US" smtClean="0"/>
              <a:pPr/>
              <a:t>3/29/2025</a:t>
            </a:fld>
            <a:endParaRPr lang="en-US" sz="1600" dirty="0">
              <a:solidFill>
                <a:schemeClr val="tx2"/>
              </a:solidFill>
            </a:endParaRPr>
          </a:p>
        </p:txBody>
      </p:sp>
      <p:sp>
        <p:nvSpPr>
          <p:cNvPr id="3" name="Footer Placeholder 2"/>
          <p:cNvSpPr>
            <a:spLocks noGrp="1"/>
          </p:cNvSpPr>
          <p:nvPr>
            <p:ph type="ftr" sz="quarter" idx="11"/>
          </p:nvPr>
        </p:nvSpPr>
        <p:spPr/>
        <p:txBody>
          <a:bodyPr/>
          <a:lstStyle/>
          <a:p>
            <a:pPr algn="r" eaLnBrk="1" latinLnBrk="0" hangingPunct="1"/>
            <a:endParaRPr kumimoji="0" lang="en-US" sz="1600" dirty="0">
              <a:solidFill>
                <a:schemeClr val="tx2"/>
              </a:solidFill>
            </a:endParaRPr>
          </a:p>
        </p:txBody>
      </p:sp>
      <p:sp>
        <p:nvSpPr>
          <p:cNvPr id="4" name="Slide Number Placeholder 3"/>
          <p:cNvSpPr>
            <a:spLocks noGrp="1"/>
          </p:cNvSpPr>
          <p:nvPr>
            <p:ph type="sldNum" sz="quarter" idx="12"/>
          </p:nvPr>
        </p:nvSpPr>
        <p:spPr/>
        <p:txBody>
          <a:bodyPr/>
          <a:lstStyle/>
          <a:p>
            <a:pPr algn="l" eaLnBrk="1" latinLnBrk="0" hangingPunct="1"/>
            <a:fld id="{09CEB3EB-F4F2-46F4-8867-D3C68411A9A0}" type="slidenum">
              <a:rPr kumimoji="0" lang="en-US" smtClean="0"/>
              <a:pPr algn="l" eaLnBrk="1" latinLnBrk="0" hangingPunct="1"/>
              <a:t>‹#›</a:t>
            </a:fld>
            <a:endParaRPr kumimoji="0" lang="en-US" sz="1700" dirty="0">
              <a:solidFill>
                <a:schemeClr val="tx2"/>
              </a:solidFill>
            </a:endParaRPr>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97280" y="327660"/>
            <a:ext cx="13167360" cy="1394460"/>
          </a:xfrm>
        </p:spPr>
        <p:txBody>
          <a:bodyPr anchor="ctr"/>
          <a:lstStyle>
            <a:lvl1pPr algn="l">
              <a:buNone/>
              <a:defRPr sz="5100" b="0"/>
            </a:lvl1pPr>
            <a:extLst/>
          </a:lstStyle>
          <a:p>
            <a:r>
              <a:rPr kumimoji="0" lang="en-US"/>
              <a:t>Click to edit Master title style</a:t>
            </a:r>
          </a:p>
        </p:txBody>
      </p:sp>
      <p:sp>
        <p:nvSpPr>
          <p:cNvPr id="3" name="Text Placeholder 2"/>
          <p:cNvSpPr>
            <a:spLocks noGrp="1"/>
          </p:cNvSpPr>
          <p:nvPr>
            <p:ph type="body" idx="2"/>
          </p:nvPr>
        </p:nvSpPr>
        <p:spPr>
          <a:xfrm>
            <a:off x="1097280" y="1722120"/>
            <a:ext cx="4023360" cy="5486400"/>
          </a:xfrm>
        </p:spPr>
        <p:txBody>
          <a:bodyPr/>
          <a:lstStyle>
            <a:lvl1pPr marL="78373" indent="0">
              <a:buNone/>
              <a:defRPr sz="2600"/>
            </a:lvl1pPr>
            <a:lvl2pPr>
              <a:buNone/>
              <a:defRPr sz="1700"/>
            </a:lvl2pPr>
            <a:lvl3pPr>
              <a:buNone/>
              <a:defRPr sz="1400"/>
            </a:lvl3pPr>
            <a:lvl4pPr>
              <a:buNone/>
              <a:defRPr sz="1300"/>
            </a:lvl4pPr>
            <a:lvl5pPr>
              <a:buNone/>
              <a:defRPr sz="13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5486400" y="1722120"/>
            <a:ext cx="8778240" cy="5486400"/>
          </a:xfrm>
        </p:spPr>
        <p:txBody>
          <a:bodyPr/>
          <a:lstStyle>
            <a:lvl1pPr>
              <a:defRPr sz="4600"/>
            </a:lvl1pPr>
            <a:lvl2pPr>
              <a:defRPr sz="4000"/>
            </a:lvl2pPr>
            <a:lvl3pPr>
              <a:defRPr sz="3400"/>
            </a:lvl3pPr>
            <a:lvl4pPr>
              <a:defRPr sz="2900"/>
            </a:lvl4pPr>
            <a:lvl5pPr>
              <a:defRPr sz="29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8F6BCBE8-30B0-4476-8762-9236B142003A}" type="datetimeFigureOut">
              <a:rPr lang="en-US" smtClean="0"/>
              <a:pPr/>
              <a:t>3/29/2025</a:t>
            </a:fld>
            <a:endParaRPr lang="en-US" sz="1600" dirty="0">
              <a:solidFill>
                <a:schemeClr val="tx2"/>
              </a:solidFill>
            </a:endParaRPr>
          </a:p>
        </p:txBody>
      </p:sp>
      <p:sp>
        <p:nvSpPr>
          <p:cNvPr id="6" name="Footer Placeholder 5"/>
          <p:cNvSpPr>
            <a:spLocks noGrp="1"/>
          </p:cNvSpPr>
          <p:nvPr>
            <p:ph type="ftr" sz="quarter" idx="11"/>
          </p:nvPr>
        </p:nvSpPr>
        <p:spPr/>
        <p:txBody>
          <a:bodyPr/>
          <a:lstStyle/>
          <a:p>
            <a:pPr algn="r" eaLnBrk="1" latinLnBrk="0" hangingPunct="1"/>
            <a:endParaRPr kumimoji="0" lang="en-US" sz="1600" dirty="0">
              <a:solidFill>
                <a:schemeClr val="tx2"/>
              </a:solidFill>
            </a:endParaRPr>
          </a:p>
        </p:txBody>
      </p:sp>
      <p:sp>
        <p:nvSpPr>
          <p:cNvPr id="7" name="Slide Number Placeholder 6"/>
          <p:cNvSpPr>
            <a:spLocks noGrp="1"/>
          </p:cNvSpPr>
          <p:nvPr>
            <p:ph type="sldNum" sz="quarter" idx="12"/>
          </p:nvPr>
        </p:nvSpPr>
        <p:spPr/>
        <p:txBody>
          <a:bodyPr/>
          <a:lstStyle/>
          <a:p>
            <a:pPr algn="l" eaLnBrk="1" latinLnBrk="0" hangingPunct="1"/>
            <a:fld id="{09CEB3EB-F4F2-46F4-8867-D3C68411A9A0}" type="slidenum">
              <a:rPr kumimoji="0" lang="en-US" smtClean="0"/>
              <a:pPr algn="l" eaLnBrk="1" latinLnBrk="0" hangingPunct="1"/>
              <a:t>‹#›</a:t>
            </a:fld>
            <a:endParaRPr kumimoji="0" lang="en-US" sz="1700" dirty="0">
              <a:solidFill>
                <a:schemeClr val="tx2"/>
              </a:solidFill>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588851" y="1"/>
            <a:ext cx="14045184" cy="2253644"/>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cxnSp>
        <p:nvCxnSpPr>
          <p:cNvPr id="9" name="Straight Connector 8"/>
          <p:cNvCxnSpPr/>
          <p:nvPr/>
        </p:nvCxnSpPr>
        <p:spPr>
          <a:xfrm flipV="1">
            <a:off x="581112" y="2262034"/>
            <a:ext cx="14052195"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Group 9"/>
          <p:cNvGrpSpPr/>
          <p:nvPr/>
        </p:nvGrpSpPr>
        <p:grpSpPr>
          <a:xfrm rot="5400000">
            <a:off x="13649883" y="1437347"/>
            <a:ext cx="159316" cy="205546"/>
            <a:chOff x="6668087" y="1297746"/>
            <a:chExt cx="161840" cy="156602"/>
          </a:xfrm>
        </p:grpSpPr>
        <p:cxnSp>
          <p:nvCxnSpPr>
            <p:cNvPr id="15" name="Straight Connector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bwMode="grayWhite">
          <a:xfrm>
            <a:off x="1463040" y="529502"/>
            <a:ext cx="10972800" cy="842099"/>
          </a:xfrm>
        </p:spPr>
        <p:txBody>
          <a:bodyPr anchor="b"/>
          <a:lstStyle>
            <a:lvl1pPr algn="l">
              <a:buNone/>
              <a:defRPr sz="3000" b="0"/>
            </a:lvl1pPr>
            <a:extLst/>
          </a:lstStyle>
          <a:p>
            <a:r>
              <a:rPr kumimoji="0" lang="en-US"/>
              <a:t>Click to edit Master title style</a:t>
            </a:r>
          </a:p>
        </p:txBody>
      </p:sp>
      <p:sp>
        <p:nvSpPr>
          <p:cNvPr id="3" name="Picture Placeholder 2"/>
          <p:cNvSpPr>
            <a:spLocks noGrp="1"/>
          </p:cNvSpPr>
          <p:nvPr>
            <p:ph type="pic" idx="1"/>
          </p:nvPr>
        </p:nvSpPr>
        <p:spPr>
          <a:xfrm>
            <a:off x="588851" y="2272537"/>
            <a:ext cx="14045184" cy="5952173"/>
          </a:xfrm>
          <a:solidFill>
            <a:schemeClr val="bg2"/>
          </a:solidFill>
        </p:spPr>
        <p:txBody>
          <a:bodyPr/>
          <a:lstStyle>
            <a:lvl1pPr marL="0" indent="0">
              <a:buNone/>
              <a:defRPr sz="4600"/>
            </a:lvl1pPr>
            <a:extLst/>
          </a:lstStyle>
          <a:p>
            <a:r>
              <a:rPr kumimoji="0" lang="en-US" dirty="0"/>
              <a:t>Click icon to add picture</a:t>
            </a:r>
          </a:p>
        </p:txBody>
      </p:sp>
      <p:sp>
        <p:nvSpPr>
          <p:cNvPr id="4" name="Text Placeholder 3"/>
          <p:cNvSpPr>
            <a:spLocks noGrp="1"/>
          </p:cNvSpPr>
          <p:nvPr>
            <p:ph type="body" sz="half" idx="2"/>
          </p:nvPr>
        </p:nvSpPr>
        <p:spPr bwMode="grayWhite">
          <a:xfrm>
            <a:off x="1463040" y="1380173"/>
            <a:ext cx="10972800" cy="822960"/>
          </a:xfrm>
        </p:spPr>
        <p:txBody>
          <a:bodyPr/>
          <a:lstStyle>
            <a:lvl1pPr marL="39187" indent="0">
              <a:spcBef>
                <a:spcPts val="0"/>
              </a:spcBef>
              <a:buNone/>
              <a:defRPr sz="2000">
                <a:solidFill>
                  <a:srgbClr val="FFFFFF"/>
                </a:solidFill>
              </a:defRPr>
            </a:lvl1pPr>
            <a:lvl2pPr>
              <a:defRPr sz="1700"/>
            </a:lvl2pPr>
            <a:lvl3pPr>
              <a:defRPr sz="1400"/>
            </a:lvl3pPr>
            <a:lvl4pPr>
              <a:defRPr sz="1300"/>
            </a:lvl4pPr>
            <a:lvl5pPr>
              <a:defRPr sz="1300"/>
            </a:lvl5pPr>
            <a:extLst/>
          </a:lstStyle>
          <a:p>
            <a:pPr lvl="0" eaLnBrk="1" latinLnBrk="0" hangingPunct="1"/>
            <a:r>
              <a:rPr kumimoji="0" lang="en-US"/>
              <a:t>Click to edit Master text styles</a:t>
            </a:r>
          </a:p>
        </p:txBody>
      </p:sp>
      <p:grpSp>
        <p:nvGrpSpPr>
          <p:cNvPr id="14" name="Group 13"/>
          <p:cNvGrpSpPr/>
          <p:nvPr/>
        </p:nvGrpSpPr>
        <p:grpSpPr>
          <a:xfrm rot="5400000">
            <a:off x="13893723" y="1620227"/>
            <a:ext cx="159316" cy="205546"/>
            <a:chOff x="6668087" y="1297746"/>
            <a:chExt cx="161840" cy="156602"/>
          </a:xfrm>
        </p:grpSpPr>
        <p:cxnSp>
          <p:nvCxnSpPr>
            <p:cNvPr id="11" name="Straight Connector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rot="5400000">
            <a:off x="13338694" y="1744022"/>
            <a:ext cx="159316" cy="205546"/>
            <a:chOff x="6668087" y="1297746"/>
            <a:chExt cx="161840" cy="156602"/>
          </a:xfrm>
        </p:grpSpPr>
        <p:cxnSp>
          <p:nvCxnSpPr>
            <p:cNvPr id="19" name="Straight Connector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Date Placeholder 4"/>
          <p:cNvSpPr>
            <a:spLocks noGrp="1"/>
          </p:cNvSpPr>
          <p:nvPr>
            <p:ph type="dt" sz="half" idx="10"/>
          </p:nvPr>
        </p:nvSpPr>
        <p:spPr>
          <a:xfrm>
            <a:off x="10363200" y="66599"/>
            <a:ext cx="3413760" cy="438150"/>
          </a:xfrm>
        </p:spPr>
        <p:txBody>
          <a:bodyPr/>
          <a:lstStyle/>
          <a:p>
            <a:fld id="{8F6BCBE8-30B0-4476-8762-9236B142003A}" type="datetimeFigureOut">
              <a:rPr lang="en-US" smtClean="0"/>
              <a:pPr/>
              <a:t>3/29/2025</a:t>
            </a:fld>
            <a:endParaRPr lang="en-US" sz="1600" dirty="0">
              <a:solidFill>
                <a:schemeClr val="tx2"/>
              </a:solidFill>
            </a:endParaRPr>
          </a:p>
        </p:txBody>
      </p:sp>
      <p:sp>
        <p:nvSpPr>
          <p:cNvPr id="6" name="Footer Placeholder 5"/>
          <p:cNvSpPr>
            <a:spLocks noGrp="1"/>
          </p:cNvSpPr>
          <p:nvPr>
            <p:ph type="ftr" sz="quarter" idx="11"/>
          </p:nvPr>
        </p:nvSpPr>
        <p:spPr>
          <a:xfrm>
            <a:off x="1463040" y="66599"/>
            <a:ext cx="8900160" cy="438150"/>
          </a:xfrm>
        </p:spPr>
        <p:txBody>
          <a:bodyPr/>
          <a:lstStyle/>
          <a:p>
            <a:pPr algn="r" eaLnBrk="1" latinLnBrk="0" hangingPunct="1"/>
            <a:endParaRPr kumimoji="0" lang="en-US" sz="1600" dirty="0">
              <a:solidFill>
                <a:schemeClr val="tx2"/>
              </a:solidFill>
            </a:endParaRPr>
          </a:p>
        </p:txBody>
      </p:sp>
      <p:sp>
        <p:nvSpPr>
          <p:cNvPr id="7" name="Slide Number Placeholder 6"/>
          <p:cNvSpPr>
            <a:spLocks noGrp="1"/>
          </p:cNvSpPr>
          <p:nvPr>
            <p:ph type="sldNum" sz="quarter" idx="12"/>
          </p:nvPr>
        </p:nvSpPr>
        <p:spPr>
          <a:xfrm>
            <a:off x="13776960" y="66599"/>
            <a:ext cx="731520" cy="438150"/>
          </a:xfrm>
        </p:spPr>
        <p:txBody>
          <a:bodyPr/>
          <a:lstStyle/>
          <a:p>
            <a:pPr algn="l" eaLnBrk="1" latinLnBrk="0" hangingPunct="1"/>
            <a:fld id="{09CEB3EB-F4F2-46F4-8867-D3C68411A9A0}" type="slidenum">
              <a:rPr kumimoji="0" lang="en-US" smtClean="0"/>
              <a:pPr algn="l" eaLnBrk="1" latinLnBrk="0" hangingPunct="1"/>
              <a:t>‹#›</a:t>
            </a:fld>
            <a:endParaRPr kumimoji="0" lang="en-US" sz="1700" dirty="0">
              <a:solidFill>
                <a:schemeClr val="tx2"/>
              </a:solidFill>
            </a:endParaRPr>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F6BCBE8-30B0-4476-8762-9236B142003A}" type="datetimeFigureOut">
              <a:rPr lang="en-US" smtClean="0"/>
              <a:pPr/>
              <a:t>3/29/2025</a:t>
            </a:fld>
            <a:endParaRPr lang="en-US" sz="1600" dirty="0">
              <a:solidFill>
                <a:schemeClr val="tx2"/>
              </a:solidFill>
            </a:endParaRPr>
          </a:p>
        </p:txBody>
      </p:sp>
      <p:sp>
        <p:nvSpPr>
          <p:cNvPr id="5" name="Footer Placeholder 4"/>
          <p:cNvSpPr>
            <a:spLocks noGrp="1"/>
          </p:cNvSpPr>
          <p:nvPr>
            <p:ph type="ftr" sz="quarter" idx="11"/>
          </p:nvPr>
        </p:nvSpPr>
        <p:spPr/>
        <p:txBody>
          <a:bodyPr/>
          <a:lstStyle/>
          <a:p>
            <a:pPr algn="r" eaLnBrk="1" latinLnBrk="0" hangingPunct="1"/>
            <a:endParaRPr kumimoji="0" lang="en-US" sz="1600" dirty="0">
              <a:solidFill>
                <a:schemeClr val="tx2"/>
              </a:solidFill>
            </a:endParaRPr>
          </a:p>
        </p:txBody>
      </p:sp>
      <p:sp>
        <p:nvSpPr>
          <p:cNvPr id="6" name="Slide Number Placeholder 5"/>
          <p:cNvSpPr>
            <a:spLocks noGrp="1"/>
          </p:cNvSpPr>
          <p:nvPr>
            <p:ph type="sldNum" sz="quarter" idx="12"/>
          </p:nvPr>
        </p:nvSpPr>
        <p:spPr/>
        <p:txBody>
          <a:bodyPr/>
          <a:lstStyle/>
          <a:p>
            <a:pPr algn="l" eaLnBrk="1" latinLnBrk="0" hangingPunct="1"/>
            <a:fld id="{09CEB3EB-F4F2-46F4-8867-D3C68411A9A0}" type="slidenum">
              <a:rPr kumimoji="0" lang="en-US" smtClean="0"/>
              <a:pPr algn="l" eaLnBrk="1" latinLnBrk="0" hangingPunct="1"/>
              <a:t>‹#›</a:t>
            </a:fld>
            <a:endParaRPr kumimoji="0" lang="en-US" sz="1700" dirty="0">
              <a:solidFill>
                <a:schemeClr val="tx2"/>
              </a:solidFill>
            </a:endParaRP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607040" y="329567"/>
            <a:ext cx="3169920" cy="7021830"/>
          </a:xfrm>
        </p:spPr>
        <p:txBody>
          <a:bodyPr vert="eaVert" anchor="ctr"/>
          <a:lstStyle/>
          <a:p>
            <a:r>
              <a:rPr kumimoji="0" lang="en-US"/>
              <a:t>Click to edit Master title style</a:t>
            </a:r>
          </a:p>
        </p:txBody>
      </p:sp>
      <p:sp>
        <p:nvSpPr>
          <p:cNvPr id="3" name="Vertical Text Placeholder 2"/>
          <p:cNvSpPr>
            <a:spLocks noGrp="1"/>
          </p:cNvSpPr>
          <p:nvPr>
            <p:ph type="body" orient="vert" idx="1"/>
          </p:nvPr>
        </p:nvSpPr>
        <p:spPr>
          <a:xfrm>
            <a:off x="975360" y="329567"/>
            <a:ext cx="9387840" cy="702183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F6BCBE8-30B0-4476-8762-9236B142003A}" type="datetimeFigureOut">
              <a:rPr lang="en-US" smtClean="0"/>
              <a:pPr/>
              <a:t>3/29/2025</a:t>
            </a:fld>
            <a:endParaRPr lang="en-US" sz="1600" dirty="0">
              <a:solidFill>
                <a:schemeClr val="tx2"/>
              </a:solidFill>
            </a:endParaRPr>
          </a:p>
        </p:txBody>
      </p:sp>
      <p:sp>
        <p:nvSpPr>
          <p:cNvPr id="5" name="Footer Placeholder 4"/>
          <p:cNvSpPr>
            <a:spLocks noGrp="1"/>
          </p:cNvSpPr>
          <p:nvPr>
            <p:ph type="ftr" sz="quarter" idx="11"/>
          </p:nvPr>
        </p:nvSpPr>
        <p:spPr/>
        <p:txBody>
          <a:bodyPr/>
          <a:lstStyle/>
          <a:p>
            <a:pPr algn="r" eaLnBrk="1" latinLnBrk="0" hangingPunct="1"/>
            <a:endParaRPr kumimoji="0" lang="en-US" sz="1600" dirty="0">
              <a:solidFill>
                <a:schemeClr val="tx2"/>
              </a:solidFill>
            </a:endParaRPr>
          </a:p>
        </p:txBody>
      </p:sp>
      <p:sp>
        <p:nvSpPr>
          <p:cNvPr id="6" name="Slide Number Placeholder 5"/>
          <p:cNvSpPr>
            <a:spLocks noGrp="1"/>
          </p:cNvSpPr>
          <p:nvPr>
            <p:ph type="sldNum" sz="quarter" idx="12"/>
          </p:nvPr>
        </p:nvSpPr>
        <p:spPr/>
        <p:txBody>
          <a:bodyPr/>
          <a:lstStyle/>
          <a:p>
            <a:pPr algn="l" eaLnBrk="1" latinLnBrk="0" hangingPunct="1"/>
            <a:fld id="{09CEB3EB-F4F2-46F4-8867-D3C68411A9A0}" type="slidenum">
              <a:rPr kumimoji="0" lang="en-US" smtClean="0"/>
              <a:pPr algn="l" eaLnBrk="1" latinLnBrk="0" hangingPunct="1"/>
              <a:t>‹#›</a:t>
            </a:fld>
            <a:endParaRPr kumimoji="0" lang="en-US" sz="1700" dirty="0">
              <a:solidFill>
                <a:schemeClr val="tx2"/>
              </a:solidFill>
            </a:endParaRPr>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11 master">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1"/>
            <a:ext cx="585216" cy="8225347"/>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
        <p:nvSpPr>
          <p:cNvPr id="8" name="Rectangle 7"/>
          <p:cNvSpPr/>
          <p:nvPr/>
        </p:nvSpPr>
        <p:spPr>
          <a:xfrm>
            <a:off x="408466" y="6056873"/>
            <a:ext cx="117043" cy="202996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
        <p:nvSpPr>
          <p:cNvPr id="9" name="Rectangle 8"/>
          <p:cNvSpPr/>
          <p:nvPr/>
        </p:nvSpPr>
        <p:spPr>
          <a:xfrm>
            <a:off x="408466" y="5756183"/>
            <a:ext cx="117043" cy="27432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
        <p:nvSpPr>
          <p:cNvPr id="10" name="Rectangle 9"/>
          <p:cNvSpPr/>
          <p:nvPr/>
        </p:nvSpPr>
        <p:spPr>
          <a:xfrm>
            <a:off x="408466" y="5565222"/>
            <a:ext cx="117043" cy="164592"/>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
        <p:nvSpPr>
          <p:cNvPr id="11" name="Rectangle 10"/>
          <p:cNvSpPr/>
          <p:nvPr/>
        </p:nvSpPr>
        <p:spPr>
          <a:xfrm>
            <a:off x="408466" y="5451071"/>
            <a:ext cx="117043" cy="8778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
        <p:nvSpPr>
          <p:cNvPr id="12" name="Rectangle 11"/>
          <p:cNvSpPr/>
          <p:nvPr/>
        </p:nvSpPr>
        <p:spPr>
          <a:xfrm>
            <a:off x="495293" y="816572"/>
            <a:ext cx="73152" cy="438912"/>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
        <p:nvSpPr>
          <p:cNvPr id="15" name="Rectangle 14"/>
          <p:cNvSpPr/>
          <p:nvPr/>
        </p:nvSpPr>
        <p:spPr>
          <a:xfrm>
            <a:off x="430517" y="816572"/>
            <a:ext cx="43891" cy="438912"/>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
        <p:nvSpPr>
          <p:cNvPr id="16" name="Rectangle 15"/>
          <p:cNvSpPr/>
          <p:nvPr/>
        </p:nvSpPr>
        <p:spPr>
          <a:xfrm>
            <a:off x="400032" y="816572"/>
            <a:ext cx="14630" cy="438912"/>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
        <p:nvSpPr>
          <p:cNvPr id="17" name="Rectangle 16"/>
          <p:cNvSpPr/>
          <p:nvPr/>
        </p:nvSpPr>
        <p:spPr>
          <a:xfrm>
            <a:off x="354829" y="816572"/>
            <a:ext cx="14630" cy="438912"/>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30622" tIns="65311" rIns="130622" bIns="65311" anchor="ctr"/>
          <a:lstStyle/>
          <a:p>
            <a:pPr algn="ctr" eaLnBrk="1" latinLnBrk="0" hangingPunct="1"/>
            <a:endParaRPr kumimoji="0" lang="en-US" dirty="0"/>
          </a:p>
        </p:txBody>
      </p:sp>
      <p:sp>
        <p:nvSpPr>
          <p:cNvPr id="22" name="Title Placeholder 21"/>
          <p:cNvSpPr>
            <a:spLocks noGrp="1"/>
          </p:cNvSpPr>
          <p:nvPr>
            <p:ph type="title"/>
          </p:nvPr>
        </p:nvSpPr>
        <p:spPr>
          <a:xfrm>
            <a:off x="1463040" y="614477"/>
            <a:ext cx="12435840" cy="1097280"/>
          </a:xfrm>
          <a:prstGeom prst="rect">
            <a:avLst/>
          </a:prstGeom>
        </p:spPr>
        <p:txBody>
          <a:bodyPr vert="horz" lIns="130622" tIns="65311" rIns="130622" bIns="65311" anchor="t">
            <a:noAutofit/>
          </a:bodyPr>
          <a:lstStyle/>
          <a:p>
            <a:r>
              <a:rPr kumimoji="0" lang="en-US"/>
              <a:t>Click to edit Master title style</a:t>
            </a:r>
          </a:p>
        </p:txBody>
      </p:sp>
      <p:sp>
        <p:nvSpPr>
          <p:cNvPr id="13" name="Text Placeholder 12"/>
          <p:cNvSpPr>
            <a:spLocks noGrp="1"/>
          </p:cNvSpPr>
          <p:nvPr>
            <p:ph type="body" idx="1"/>
          </p:nvPr>
        </p:nvSpPr>
        <p:spPr>
          <a:xfrm>
            <a:off x="1463040" y="2140272"/>
            <a:ext cx="12435840" cy="5486400"/>
          </a:xfrm>
          <a:prstGeom prst="rect">
            <a:avLst/>
          </a:prstGeom>
        </p:spPr>
        <p:txBody>
          <a:bodyPr vert="horz" lIns="130622" tIns="65311" rIns="130622" bIns="65311">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10363200" y="7700011"/>
            <a:ext cx="3413760" cy="438150"/>
          </a:xfrm>
          <a:prstGeom prst="rect">
            <a:avLst/>
          </a:prstGeom>
        </p:spPr>
        <p:txBody>
          <a:bodyPr vert="horz" lIns="130622" tIns="65311" rIns="130622" bIns="65311" anchor="b"/>
          <a:lstStyle>
            <a:lvl1pPr algn="l" eaLnBrk="1" latinLnBrk="0" hangingPunct="1">
              <a:defRPr kumimoji="0" sz="1600">
                <a:solidFill>
                  <a:schemeClr val="tx2"/>
                </a:solidFill>
              </a:defRPr>
            </a:lvl1pPr>
            <a:extLst/>
          </a:lstStyle>
          <a:p>
            <a:fld id="{8F6BCBE8-30B0-4476-8762-9236B142003A}" type="datetimeFigureOut">
              <a:rPr lang="en-US" smtClean="0"/>
              <a:pPr/>
              <a:t>3/29/2025</a:t>
            </a:fld>
            <a:endParaRPr lang="en-US" sz="1600" dirty="0">
              <a:solidFill>
                <a:schemeClr val="tx2"/>
              </a:solidFill>
            </a:endParaRPr>
          </a:p>
        </p:txBody>
      </p:sp>
      <p:sp>
        <p:nvSpPr>
          <p:cNvPr id="3" name="Footer Placeholder 2"/>
          <p:cNvSpPr>
            <a:spLocks noGrp="1"/>
          </p:cNvSpPr>
          <p:nvPr>
            <p:ph type="ftr" sz="quarter" idx="3"/>
          </p:nvPr>
        </p:nvSpPr>
        <p:spPr>
          <a:xfrm>
            <a:off x="1463040" y="7700011"/>
            <a:ext cx="8900160" cy="438150"/>
          </a:xfrm>
          <a:prstGeom prst="rect">
            <a:avLst/>
          </a:prstGeom>
        </p:spPr>
        <p:txBody>
          <a:bodyPr vert="horz" lIns="130622" tIns="65311" rIns="130622" bIns="65311" anchor="b"/>
          <a:lstStyle>
            <a:lvl1pPr algn="r" eaLnBrk="1" latinLnBrk="0" hangingPunct="1">
              <a:defRPr kumimoji="0" sz="1600">
                <a:solidFill>
                  <a:schemeClr val="tx2"/>
                </a:solidFill>
              </a:defRPr>
            </a:lvl1pPr>
            <a:extLst/>
          </a:lstStyle>
          <a:p>
            <a:pPr algn="r" eaLnBrk="1" latinLnBrk="0" hangingPunct="1"/>
            <a:endParaRPr kumimoji="0" lang="en-US" sz="1600" dirty="0">
              <a:solidFill>
                <a:schemeClr val="tx2"/>
              </a:solidFill>
            </a:endParaRPr>
          </a:p>
        </p:txBody>
      </p:sp>
      <p:sp>
        <p:nvSpPr>
          <p:cNvPr id="23" name="Slide Number Placeholder 22"/>
          <p:cNvSpPr>
            <a:spLocks noGrp="1"/>
          </p:cNvSpPr>
          <p:nvPr>
            <p:ph type="sldNum" sz="quarter" idx="4"/>
          </p:nvPr>
        </p:nvSpPr>
        <p:spPr>
          <a:xfrm>
            <a:off x="13776960" y="7700011"/>
            <a:ext cx="731520" cy="438150"/>
          </a:xfrm>
          <a:prstGeom prst="rect">
            <a:avLst/>
          </a:prstGeom>
        </p:spPr>
        <p:txBody>
          <a:bodyPr vert="horz" lIns="130622" tIns="65311" rIns="130622" bIns="65311" anchor="b"/>
          <a:lstStyle>
            <a:lvl1pPr algn="l" eaLnBrk="1" latinLnBrk="0" hangingPunct="1">
              <a:defRPr kumimoji="0" sz="1700">
                <a:solidFill>
                  <a:schemeClr val="tx2"/>
                </a:solidFill>
              </a:defRPr>
            </a:lvl1pPr>
            <a:extLst/>
          </a:lstStyle>
          <a:p>
            <a:pPr algn="l" eaLnBrk="1" latinLnBrk="0" hangingPunct="1"/>
            <a:fld id="{09CEB3EB-F4F2-46F4-8867-D3C68411A9A0}" type="slidenum">
              <a:rPr kumimoji="0" lang="en-US" smtClean="0"/>
              <a:pPr algn="l" eaLnBrk="1" latinLnBrk="0" hangingPunct="1"/>
              <a:t>‹#›</a:t>
            </a:fld>
            <a:endParaRPr kumimoji="0" lang="en-US" sz="1700" dirty="0">
              <a:solidFill>
                <a:schemeClr val="tx2"/>
              </a:solidFill>
            </a:endParaRPr>
          </a:p>
        </p:txBody>
      </p:sp>
    </p:spTree>
  </p:cSld>
  <p:clrMap bg1="dk1" tx1="lt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80" r:id="rId18"/>
    <p:sldLayoutId id="2147483681" r:id="rId19"/>
    <p:sldLayoutId id="2147483683" r:id="rId20"/>
  </p:sldLayoutIdLst>
  <p:hf sldNum="0" hdr="0" ftr="0" dt="0"/>
  <p:txStyles>
    <p:titleStyle>
      <a:lvl1pPr algn="l" rtl="0" eaLnBrk="1" latinLnBrk="0" hangingPunct="1">
        <a:spcBef>
          <a:spcPct val="0"/>
        </a:spcBef>
        <a:buNone/>
        <a:defRPr kumimoji="0" sz="5700" kern="1200" spc="-143" baseline="0">
          <a:solidFill>
            <a:schemeClr val="tx2">
              <a:satMod val="200000"/>
            </a:schemeClr>
          </a:solidFill>
          <a:latin typeface="+mj-lt"/>
          <a:ea typeface="+mj-ea"/>
          <a:cs typeface="+mj-cs"/>
        </a:defRPr>
      </a:lvl1pPr>
      <a:extLst/>
    </p:titleStyle>
    <p:bodyStyle>
      <a:lvl1pPr marL="587799" indent="-489833" algn="l" rtl="0" eaLnBrk="1" latinLnBrk="0" hangingPunct="1">
        <a:spcBef>
          <a:spcPts val="1000"/>
        </a:spcBef>
        <a:buClr>
          <a:schemeClr val="tx2"/>
        </a:buClr>
        <a:buSzPct val="95000"/>
        <a:buFont typeface="Wingdings"/>
        <a:buChar char=""/>
        <a:defRPr kumimoji="0" sz="4300" kern="1200">
          <a:solidFill>
            <a:schemeClr val="tx1"/>
          </a:solidFill>
          <a:latin typeface="+mn-lt"/>
          <a:ea typeface="+mn-ea"/>
          <a:cs typeface="+mn-cs"/>
        </a:defRPr>
      </a:lvl1pPr>
      <a:lvl2pPr marL="1058039" indent="-408194" algn="l" rtl="0" eaLnBrk="1" latinLnBrk="0" hangingPunct="1">
        <a:spcBef>
          <a:spcPct val="20000"/>
        </a:spcBef>
        <a:buClr>
          <a:schemeClr val="accent2"/>
        </a:buClr>
        <a:buSzPct val="90000"/>
        <a:buFont typeface="Wingdings"/>
        <a:buChar char=""/>
        <a:defRPr kumimoji="0" sz="3700" kern="1200">
          <a:solidFill>
            <a:schemeClr val="tx1"/>
          </a:solidFill>
          <a:latin typeface="+mn-lt"/>
          <a:ea typeface="+mn-ea"/>
          <a:cs typeface="+mn-cs"/>
        </a:defRPr>
      </a:lvl2pPr>
      <a:lvl3pPr marL="1423780" indent="-326555" algn="l" rtl="0" eaLnBrk="1" latinLnBrk="0" hangingPunct="1">
        <a:spcBef>
          <a:spcPct val="20000"/>
        </a:spcBef>
        <a:buClr>
          <a:schemeClr val="accent2"/>
        </a:buClr>
        <a:buFont typeface="Wingdings 2"/>
        <a:buChar char=""/>
        <a:defRPr kumimoji="0" sz="3400" kern="1200">
          <a:solidFill>
            <a:schemeClr val="tx1"/>
          </a:solidFill>
          <a:latin typeface="+mn-lt"/>
          <a:ea typeface="+mn-ea"/>
          <a:cs typeface="+mn-cs"/>
        </a:defRPr>
      </a:lvl3pPr>
      <a:lvl4pPr marL="1802584" indent="-326555" algn="l" rtl="0" eaLnBrk="1" latinLnBrk="0" hangingPunct="1">
        <a:spcBef>
          <a:spcPct val="20000"/>
        </a:spcBef>
        <a:buClr>
          <a:schemeClr val="accent3"/>
        </a:buClr>
        <a:buFont typeface="Wingdings 3"/>
        <a:buChar char=""/>
        <a:defRPr kumimoji="0" sz="3100" kern="1200">
          <a:solidFill>
            <a:schemeClr val="tx1"/>
          </a:solidFill>
          <a:latin typeface="+mn-lt"/>
          <a:ea typeface="+mn-ea"/>
          <a:cs typeface="+mn-cs"/>
        </a:defRPr>
      </a:lvl4pPr>
      <a:lvl5pPr marL="2116077" indent="-300431" algn="l" rtl="0" eaLnBrk="1" latinLnBrk="0" hangingPunct="1">
        <a:spcBef>
          <a:spcPct val="20000"/>
        </a:spcBef>
        <a:buClr>
          <a:schemeClr val="accent3"/>
        </a:buClr>
        <a:buFont typeface="Wingdings 2"/>
        <a:buChar char=""/>
        <a:defRPr kumimoji="0" sz="2900" kern="1200">
          <a:solidFill>
            <a:schemeClr val="tx1"/>
          </a:solidFill>
          <a:latin typeface="+mn-lt"/>
          <a:ea typeface="+mn-ea"/>
          <a:cs typeface="+mn-cs"/>
        </a:defRPr>
      </a:lvl5pPr>
      <a:lvl6pPr marL="2442632" indent="-300431" algn="l" rtl="0" eaLnBrk="1" latinLnBrk="0" hangingPunct="1">
        <a:spcBef>
          <a:spcPct val="20000"/>
        </a:spcBef>
        <a:buClr>
          <a:schemeClr val="accent3"/>
        </a:buClr>
        <a:buFont typeface="Wingdings 2"/>
        <a:buChar char=""/>
        <a:defRPr kumimoji="0" sz="2600" kern="1200">
          <a:solidFill>
            <a:schemeClr val="tx1"/>
          </a:solidFill>
          <a:latin typeface="+mn-lt"/>
          <a:ea typeface="+mn-ea"/>
          <a:cs typeface="+mn-cs"/>
        </a:defRPr>
      </a:lvl6pPr>
      <a:lvl7pPr marL="2716938" indent="-261244" algn="l" rtl="0" eaLnBrk="1" latinLnBrk="0" hangingPunct="1">
        <a:spcBef>
          <a:spcPct val="20000"/>
        </a:spcBef>
        <a:buClr>
          <a:schemeClr val="accent4"/>
        </a:buClr>
        <a:buFont typeface="Wingdings 2"/>
        <a:buChar char=""/>
        <a:defRPr kumimoji="0" sz="2300" kern="1200">
          <a:solidFill>
            <a:schemeClr val="tx1"/>
          </a:solidFill>
          <a:latin typeface="+mn-lt"/>
          <a:ea typeface="+mn-ea"/>
          <a:cs typeface="+mn-cs"/>
        </a:defRPr>
      </a:lvl7pPr>
      <a:lvl8pPr marL="2991245" indent="-261244" algn="l" rtl="0" eaLnBrk="1" latinLnBrk="0" hangingPunct="1">
        <a:spcBef>
          <a:spcPct val="20000"/>
        </a:spcBef>
        <a:buClr>
          <a:schemeClr val="accent4"/>
        </a:buClr>
        <a:buFont typeface="Wingdings 2"/>
        <a:buChar char=""/>
        <a:defRPr kumimoji="0" sz="2300" kern="1200">
          <a:solidFill>
            <a:schemeClr val="tx1"/>
          </a:solidFill>
          <a:latin typeface="+mn-lt"/>
          <a:ea typeface="+mn-ea"/>
          <a:cs typeface="+mn-cs"/>
        </a:defRPr>
      </a:lvl8pPr>
      <a:lvl9pPr marL="3265551" indent="-261244" algn="l" rtl="0" eaLnBrk="1" latinLnBrk="0" hangingPunct="1">
        <a:spcBef>
          <a:spcPct val="20000"/>
        </a:spcBef>
        <a:buClr>
          <a:schemeClr val="accent4"/>
        </a:buClr>
        <a:buFont typeface="Wingdings 2"/>
        <a:buChar char=""/>
        <a:defRPr kumimoji="0" sz="23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653110" algn="l" rtl="0" eaLnBrk="1" latinLnBrk="0" hangingPunct="1">
        <a:defRPr kumimoji="0" kern="1200">
          <a:solidFill>
            <a:schemeClr val="tx1"/>
          </a:solidFill>
          <a:latin typeface="+mn-lt"/>
          <a:ea typeface="+mn-ea"/>
          <a:cs typeface="+mn-cs"/>
        </a:defRPr>
      </a:lvl2pPr>
      <a:lvl3pPr marL="1306220" algn="l" rtl="0" eaLnBrk="1" latinLnBrk="0" hangingPunct="1">
        <a:defRPr kumimoji="0" kern="1200">
          <a:solidFill>
            <a:schemeClr val="tx1"/>
          </a:solidFill>
          <a:latin typeface="+mn-lt"/>
          <a:ea typeface="+mn-ea"/>
          <a:cs typeface="+mn-cs"/>
        </a:defRPr>
      </a:lvl3pPr>
      <a:lvl4pPr marL="1959331" algn="l" rtl="0" eaLnBrk="1" latinLnBrk="0" hangingPunct="1">
        <a:defRPr kumimoji="0" kern="1200">
          <a:solidFill>
            <a:schemeClr val="tx1"/>
          </a:solidFill>
          <a:latin typeface="+mn-lt"/>
          <a:ea typeface="+mn-ea"/>
          <a:cs typeface="+mn-cs"/>
        </a:defRPr>
      </a:lvl4pPr>
      <a:lvl5pPr marL="2612441" algn="l" rtl="0" eaLnBrk="1" latinLnBrk="0" hangingPunct="1">
        <a:defRPr kumimoji="0" kern="1200">
          <a:solidFill>
            <a:schemeClr val="tx1"/>
          </a:solidFill>
          <a:latin typeface="+mn-lt"/>
          <a:ea typeface="+mn-ea"/>
          <a:cs typeface="+mn-cs"/>
        </a:defRPr>
      </a:lvl5pPr>
      <a:lvl6pPr marL="3265551" algn="l" rtl="0" eaLnBrk="1" latinLnBrk="0" hangingPunct="1">
        <a:defRPr kumimoji="0" kern="1200">
          <a:solidFill>
            <a:schemeClr val="tx1"/>
          </a:solidFill>
          <a:latin typeface="+mn-lt"/>
          <a:ea typeface="+mn-ea"/>
          <a:cs typeface="+mn-cs"/>
        </a:defRPr>
      </a:lvl6pPr>
      <a:lvl7pPr marL="3918661" algn="l" rtl="0" eaLnBrk="1" latinLnBrk="0" hangingPunct="1">
        <a:defRPr kumimoji="0" kern="1200">
          <a:solidFill>
            <a:schemeClr val="tx1"/>
          </a:solidFill>
          <a:latin typeface="+mn-lt"/>
          <a:ea typeface="+mn-ea"/>
          <a:cs typeface="+mn-cs"/>
        </a:defRPr>
      </a:lvl7pPr>
      <a:lvl8pPr marL="4571771" algn="l" rtl="0" eaLnBrk="1" latinLnBrk="0" hangingPunct="1">
        <a:defRPr kumimoji="0" kern="1200">
          <a:solidFill>
            <a:schemeClr val="tx1"/>
          </a:solidFill>
          <a:latin typeface="+mn-lt"/>
          <a:ea typeface="+mn-ea"/>
          <a:cs typeface="+mn-cs"/>
        </a:defRPr>
      </a:lvl8pPr>
      <a:lvl9pPr marL="5224882"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 Id="rId5" Type="http://schemas.openxmlformats.org/officeDocument/2006/relationships/image" Target="../media/image5.gif"/><Relationship Id="rId4" Type="http://schemas.openxmlformats.org/officeDocument/2006/relationships/image" Target="../media/image4.gif"/></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5.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6.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9.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19.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image" Target="../media/image30.gi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Intel Corporation | Ansys HPC Partner">
            <a:extLst>
              <a:ext uri="{FF2B5EF4-FFF2-40B4-BE49-F238E27FC236}">
                <a16:creationId xmlns="" xmlns:a16="http://schemas.microsoft.com/office/drawing/2014/main" id="{43A97F77-8D1E-CD91-6A71-DB65B8C6776E}"/>
              </a:ext>
            </a:extLst>
          </p:cNvPr>
          <p:cNvPicPr>
            <a:picLocks noChangeAspect="1"/>
          </p:cNvPicPr>
          <p:nvPr/>
        </p:nvPicPr>
        <p:blipFill>
          <a:blip r:embed="rId2"/>
          <a:stretch>
            <a:fillRect/>
          </a:stretch>
        </p:blipFill>
        <p:spPr>
          <a:xfrm>
            <a:off x="896722" y="238044"/>
            <a:ext cx="3773213" cy="2685566"/>
          </a:xfrm>
          <a:prstGeom prst="rect">
            <a:avLst/>
          </a:prstGeom>
        </p:spPr>
      </p:pic>
      <p:pic>
        <p:nvPicPr>
          <p:cNvPr id="8" name="Picture 7" descr="A logo for a company&#10;&#10;AI-generated content may be incorrect.">
            <a:extLst>
              <a:ext uri="{FF2B5EF4-FFF2-40B4-BE49-F238E27FC236}">
                <a16:creationId xmlns="" xmlns:a16="http://schemas.microsoft.com/office/drawing/2014/main" id="{84F77B6D-F353-71E3-197B-72AD9B54F86A}"/>
              </a:ext>
            </a:extLst>
          </p:cNvPr>
          <p:cNvPicPr>
            <a:picLocks noChangeAspect="1"/>
          </p:cNvPicPr>
          <p:nvPr/>
        </p:nvPicPr>
        <p:blipFill>
          <a:blip r:embed="rId3"/>
          <a:stretch>
            <a:fillRect/>
          </a:stretch>
        </p:blipFill>
        <p:spPr>
          <a:xfrm>
            <a:off x="10580972" y="238126"/>
            <a:ext cx="3748262" cy="2685404"/>
          </a:xfrm>
          <a:prstGeom prst="rect">
            <a:avLst/>
          </a:prstGeom>
        </p:spPr>
      </p:pic>
      <p:sp>
        <p:nvSpPr>
          <p:cNvPr id="9" name="TextBox 8">
            <a:extLst>
              <a:ext uri="{FF2B5EF4-FFF2-40B4-BE49-F238E27FC236}">
                <a16:creationId xmlns="" xmlns:a16="http://schemas.microsoft.com/office/drawing/2014/main" id="{4EAE4047-0425-8CF8-B5F3-E0F596E7C738}"/>
              </a:ext>
            </a:extLst>
          </p:cNvPr>
          <p:cNvSpPr txBox="1"/>
          <p:nvPr/>
        </p:nvSpPr>
        <p:spPr>
          <a:xfrm>
            <a:off x="2881580" y="3624943"/>
            <a:ext cx="9037723"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0" b="1" dirty="0"/>
              <a:t>                        Trend </a:t>
            </a:r>
            <a:r>
              <a:rPr lang="en-US" sz="6000" b="1" dirty="0" smtClean="0"/>
              <a:t>Tracker</a:t>
            </a:r>
            <a:endParaRPr lang="en-US" sz="6000" b="1" dirty="0"/>
          </a:p>
        </p:txBody>
      </p:sp>
      <p:sp>
        <p:nvSpPr>
          <p:cNvPr id="10" name="TextBox 9">
            <a:extLst>
              <a:ext uri="{FF2B5EF4-FFF2-40B4-BE49-F238E27FC236}">
                <a16:creationId xmlns="" xmlns:a16="http://schemas.microsoft.com/office/drawing/2014/main" id="{63DC45A3-7720-3A07-0825-05CB12EC17F5}"/>
              </a:ext>
            </a:extLst>
          </p:cNvPr>
          <p:cNvSpPr txBox="1"/>
          <p:nvPr/>
        </p:nvSpPr>
        <p:spPr>
          <a:xfrm>
            <a:off x="636814" y="4996542"/>
            <a:ext cx="5437414" cy="29854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t> Team: </a:t>
            </a:r>
          </a:p>
          <a:p>
            <a:r>
              <a:rPr lang="en-US" sz="2800" dirty="0"/>
              <a:t>         </a:t>
            </a:r>
            <a:r>
              <a:rPr lang="en-US" sz="3200" b="1" dirty="0"/>
              <a:t>Akshata.T.Rathod</a:t>
            </a:r>
          </a:p>
          <a:p>
            <a:r>
              <a:rPr lang="en-US" sz="3200" b="1" dirty="0"/>
              <a:t>        Inchara Poovaiah.A</a:t>
            </a:r>
          </a:p>
          <a:p>
            <a:r>
              <a:rPr lang="en-US" sz="3200" b="1" dirty="0"/>
              <a:t>        Jnaneshwari.R</a:t>
            </a:r>
          </a:p>
          <a:p>
            <a:r>
              <a:rPr lang="en-US" sz="3200" b="1" dirty="0"/>
              <a:t>        Kavana.N</a:t>
            </a:r>
          </a:p>
          <a:p>
            <a:r>
              <a:rPr lang="en-US" sz="2800" dirty="0"/>
              <a:t>             </a:t>
            </a:r>
          </a:p>
        </p:txBody>
      </p:sp>
      <p:pic>
        <p:nvPicPr>
          <p:cNvPr id="12" name="Picture 11" descr="File:Youtube 2018.gif - Wikimedia Commons">
            <a:extLst>
              <a:ext uri="{FF2B5EF4-FFF2-40B4-BE49-F238E27FC236}">
                <a16:creationId xmlns="" xmlns:a16="http://schemas.microsoft.com/office/drawing/2014/main" id="{4543E0EC-8C6C-2A5A-C1DD-25599F42B6EA}"/>
              </a:ext>
            </a:extLst>
          </p:cNvPr>
          <p:cNvPicPr>
            <a:picLocks noChangeAspect="1"/>
          </p:cNvPicPr>
          <p:nvPr/>
        </p:nvPicPr>
        <p:blipFill>
          <a:blip r:embed="rId4"/>
          <a:stretch>
            <a:fillRect/>
          </a:stretch>
        </p:blipFill>
        <p:spPr>
          <a:xfrm>
            <a:off x="3657600" y="3632845"/>
            <a:ext cx="2988124" cy="1012894"/>
          </a:xfrm>
          <a:prstGeom prst="rect">
            <a:avLst/>
          </a:prstGeom>
        </p:spPr>
      </p:pic>
      <p:pic>
        <p:nvPicPr>
          <p:cNvPr id="16" name="Picture 15" descr="8 GIFs | Tenor">
            <a:extLst>
              <a:ext uri="{FF2B5EF4-FFF2-40B4-BE49-F238E27FC236}">
                <a16:creationId xmlns="" xmlns:a16="http://schemas.microsoft.com/office/drawing/2014/main" id="{970D633C-6063-FBB0-0A14-99188EAEAE61}"/>
              </a:ext>
            </a:extLst>
          </p:cNvPr>
          <p:cNvPicPr>
            <a:picLocks noChangeAspect="1"/>
          </p:cNvPicPr>
          <p:nvPr/>
        </p:nvPicPr>
        <p:blipFill>
          <a:blip r:embed="rId5"/>
          <a:stretch>
            <a:fillRect/>
          </a:stretch>
        </p:blipFill>
        <p:spPr>
          <a:xfrm>
            <a:off x="11590563" y="5133295"/>
            <a:ext cx="2748642" cy="2698296"/>
          </a:xfrm>
          <a:prstGeom prst="rect">
            <a:avLst/>
          </a:prstGeom>
        </p:spPr>
      </p:pic>
    </p:spTree>
    <p:extLst>
      <p:ext uri="{BB962C8B-B14F-4D97-AF65-F5344CB8AC3E}">
        <p14:creationId xmlns="" xmlns:p14="http://schemas.microsoft.com/office/powerpoint/2010/main" val="148276502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029193" y="704378"/>
            <a:ext cx="8109551" cy="1628616"/>
          </a:xfrm>
          <a:prstGeom prst="rect">
            <a:avLst/>
          </a:prstGeom>
          <a:noFill/>
          <a:ln/>
        </p:spPr>
        <p:txBody>
          <a:bodyPr wrap="square" lIns="0" tIns="0" rIns="0" bIns="0" rtlCol="0" anchor="t"/>
          <a:lstStyle/>
          <a:p>
            <a:pPr>
              <a:lnSpc>
                <a:spcPts val="5550"/>
              </a:lnSpc>
            </a:pPr>
            <a:r>
              <a:rPr lang="en-US" sz="4800" b="1" dirty="0">
                <a:solidFill>
                  <a:srgbClr val="F2F0F4"/>
                </a:solidFill>
                <a:latin typeface="Montserrat"/>
                <a:ea typeface="Montserrat" pitchFamily="34" charset="-122"/>
                <a:cs typeface="Montserrat" pitchFamily="34" charset="-120"/>
              </a:rPr>
              <a:t>YouTube Trending Video Analysis </a:t>
            </a:r>
            <a:endParaRPr lang="en-US" sz="4800" b="1" dirty="0">
              <a:solidFill>
                <a:srgbClr val="F2F0F4"/>
              </a:solidFill>
              <a:latin typeface="Montserrat"/>
            </a:endParaRPr>
          </a:p>
        </p:txBody>
      </p:sp>
      <p:sp>
        <p:nvSpPr>
          <p:cNvPr id="4" name="Text 1"/>
          <p:cNvSpPr/>
          <p:nvPr/>
        </p:nvSpPr>
        <p:spPr>
          <a:xfrm>
            <a:off x="6255477" y="2853693"/>
            <a:ext cx="7882992" cy="4118629"/>
          </a:xfrm>
          <a:prstGeom prst="rect">
            <a:avLst/>
          </a:prstGeom>
          <a:noFill/>
          <a:ln/>
        </p:spPr>
        <p:txBody>
          <a:bodyPr wrap="square" lIns="0" tIns="0" rIns="0" bIns="0" rtlCol="0" anchor="t"/>
          <a:lstStyle/>
          <a:p>
            <a:pPr algn="just">
              <a:lnSpc>
                <a:spcPts val="2850"/>
              </a:lnSpc>
            </a:pPr>
            <a:r>
              <a:rPr lang="en-US" sz="3200" dirty="0">
                <a:solidFill>
                  <a:srgbClr val="FFFF00"/>
                </a:solidFill>
              </a:rPr>
              <a:t>YouTube is the world's most popular video platform, with a constantly updated list of trending videos.</a:t>
            </a:r>
            <a:r>
              <a:rPr lang="en-US" sz="3200" dirty="0">
                <a:solidFill>
                  <a:srgbClr val="FFFF00"/>
                </a:solidFill>
                <a:ea typeface="+mn-lt"/>
                <a:cs typeface="+mn-lt"/>
              </a:rPr>
              <a:t>It analyzes video content, engagement,and audience metrics, providing insights into social media behavior and cultural trends. This analysis informs content creation, marketing, and business decisions, utilizing tools like YouTube Analytics, Google Trends, and VidIQ. </a:t>
            </a:r>
            <a:endParaRPr lang="en-US" sz="3200" dirty="0">
              <a:solidFill>
                <a:srgbClr val="FFFF00"/>
              </a:solidFill>
            </a:endParaRPr>
          </a:p>
        </p:txBody>
      </p:sp>
      <p:sp>
        <p:nvSpPr>
          <p:cNvPr id="5" name="Text 1"/>
          <p:cNvSpPr/>
          <p:nvPr/>
        </p:nvSpPr>
        <p:spPr>
          <a:xfrm>
            <a:off x="6033565" y="3245578"/>
            <a:ext cx="8100118" cy="3726742"/>
          </a:xfrm>
          <a:prstGeom prst="rect">
            <a:avLst/>
          </a:prstGeom>
          <a:noFill/>
          <a:ln/>
        </p:spPr>
        <p:txBody>
          <a:bodyPr wrap="square" lIns="0" tIns="0" rIns="0" bIns="0" rtlCol="0" anchor="t"/>
          <a:lstStyle/>
          <a:p>
            <a:pPr algn="just">
              <a:lnSpc>
                <a:spcPts val="2850"/>
              </a:lnSpc>
            </a:pPr>
            <a:endParaRPr lang="en-US" sz="3200" b="1"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57284" y="1114404"/>
            <a:ext cx="11358642" cy="5139869"/>
          </a:xfrm>
          <a:prstGeom prst="rect">
            <a:avLst/>
          </a:prstGeom>
        </p:spPr>
        <p:txBody>
          <a:bodyPr wrap="square" lIns="91440" tIns="45720" rIns="91440" bIns="45720" anchor="t">
            <a:spAutoFit/>
          </a:bodyPr>
          <a:lstStyle/>
          <a:p>
            <a:pPr algn="ctr"/>
            <a:r>
              <a:rPr lang="en-US" sz="4000" b="1" dirty="0">
                <a:solidFill>
                  <a:srgbClr val="FFFF00"/>
                </a:solidFill>
              </a:rPr>
              <a:t>Problem Statement:</a:t>
            </a:r>
          </a:p>
          <a:p>
            <a:pPr algn="just"/>
            <a:r>
              <a:rPr lang="en-US" sz="3200" dirty="0"/>
              <a:t>YouTube trending videos gain massive visibility, but the factors influencing their popularity remain unclear. This analysis aims to identify key characteristics of trending videos in India by examining </a:t>
            </a:r>
            <a:r>
              <a:rPr lang="en-US" sz="3200" b="1" dirty="0"/>
              <a:t>viewership patterns, engagement metrics, title formatting, content categories, and publishing trends</a:t>
            </a:r>
            <a:r>
              <a:rPr lang="en-US" sz="3200" dirty="0"/>
              <a:t>. By analyzing </a:t>
            </a:r>
            <a:r>
              <a:rPr lang="en-US" sz="3200" b="1" dirty="0"/>
              <a:t>37,000+ trending videos over 205 days</a:t>
            </a:r>
            <a:r>
              <a:rPr lang="en-US" sz="3200" dirty="0"/>
              <a:t>, we seek to uncover insights that can help creators optimize their content strategy to maximize their chances of making it to the trending list.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57284" y="685776"/>
            <a:ext cx="12358774" cy="6617196"/>
          </a:xfrm>
          <a:prstGeom prst="rect">
            <a:avLst/>
          </a:prstGeom>
        </p:spPr>
        <p:txBody>
          <a:bodyPr wrap="square" lIns="91440" tIns="45720" rIns="91440" bIns="45720" anchor="t">
            <a:spAutoFit/>
          </a:bodyPr>
          <a:lstStyle/>
          <a:p>
            <a:pPr algn="ctr"/>
            <a:r>
              <a:rPr lang="en-US" sz="4000" b="1" dirty="0">
                <a:solidFill>
                  <a:srgbClr val="FFFF00"/>
                </a:solidFill>
              </a:rPr>
              <a:t>Objectives of the Youtube Trending Video Analysis:</a:t>
            </a:r>
          </a:p>
          <a:p>
            <a:endParaRPr lang="en-US" sz="3200" b="1" dirty="0"/>
          </a:p>
          <a:p>
            <a:pPr>
              <a:buFont typeface="Arial" pitchFamily="34" charset="0"/>
              <a:buChar char="•"/>
            </a:pPr>
            <a:r>
              <a:rPr lang="en-US" sz="3200" b="1" dirty="0"/>
              <a:t>Analyze Engagement Metrics</a:t>
            </a:r>
          </a:p>
          <a:p>
            <a:endParaRPr lang="en-US" sz="3200" dirty="0"/>
          </a:p>
          <a:p>
            <a:pPr>
              <a:buFont typeface="Arial" pitchFamily="34" charset="0"/>
              <a:buChar char="•"/>
            </a:pPr>
            <a:r>
              <a:rPr lang="en-US" sz="3200" b="1" dirty="0"/>
              <a:t>Identify Longest-Trending Videos</a:t>
            </a:r>
          </a:p>
          <a:p>
            <a:endParaRPr lang="en-US" sz="3200" dirty="0"/>
          </a:p>
          <a:p>
            <a:pPr>
              <a:buFont typeface="Arial" pitchFamily="34" charset="0"/>
              <a:buChar char="•"/>
            </a:pPr>
            <a:r>
              <a:rPr lang="en-US" sz="3200" b="1" dirty="0"/>
              <a:t>Examine Title Formatting Impact</a:t>
            </a:r>
          </a:p>
          <a:p>
            <a:endParaRPr lang="en-US" sz="3200" dirty="0"/>
          </a:p>
          <a:p>
            <a:pPr>
              <a:buFont typeface="Arial" pitchFamily="34" charset="0"/>
              <a:buChar char="•"/>
            </a:pPr>
            <a:r>
              <a:rPr lang="en-US" sz="3200" b="1" dirty="0"/>
              <a:t>Extract Common Patterns in Titles</a:t>
            </a:r>
          </a:p>
          <a:p>
            <a:endParaRPr lang="en-US" sz="3200" dirty="0"/>
          </a:p>
          <a:p>
            <a:pPr>
              <a:buFont typeface="Arial" pitchFamily="34" charset="0"/>
              <a:buChar char="•"/>
            </a:pPr>
            <a:r>
              <a:rPr lang="en-US" sz="3200" b="1" dirty="0"/>
              <a:t>Determine Top-Performing Channels and Categories</a:t>
            </a:r>
          </a:p>
          <a:p>
            <a:pPr>
              <a:buFont typeface="Arial" pitchFamily="34" charset="0"/>
              <a:buChar char="•"/>
            </a:pPr>
            <a:endParaRPr lang="en-US" sz="3200" dirty="0"/>
          </a:p>
          <a:p>
            <a:pPr>
              <a:buFont typeface="Arial" pitchFamily="34" charset="0"/>
              <a:buChar char="•"/>
            </a:pPr>
            <a:r>
              <a:rPr lang="en-US" sz="3200" b="1" dirty="0"/>
              <a:t>Study Publishing Trends</a:t>
            </a:r>
            <a:endParaRPr lang="en-US" sz="32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82955" y="790099"/>
            <a:ext cx="7578090" cy="1398270"/>
          </a:xfrm>
          <a:prstGeom prst="rect">
            <a:avLst/>
          </a:prstGeom>
          <a:noFill/>
          <a:ln/>
        </p:spPr>
        <p:txBody>
          <a:bodyPr wrap="square" lIns="0" tIns="0" rIns="0" bIns="0" rtlCol="0" anchor="t"/>
          <a:lstStyle/>
          <a:p>
            <a:pPr marL="0" indent="0" algn="l">
              <a:lnSpc>
                <a:spcPts val="5500"/>
              </a:lnSpc>
              <a:buNone/>
            </a:pPr>
            <a:r>
              <a:rPr lang="en-US" sz="4400" b="1" dirty="0">
                <a:solidFill>
                  <a:srgbClr val="FFFF00"/>
                </a:solidFill>
                <a:latin typeface="Montserrat"/>
                <a:ea typeface="Montserrat" pitchFamily="34" charset="-122"/>
                <a:cs typeface="Montserrat" pitchFamily="34" charset="-120"/>
              </a:rPr>
              <a:t>Video Recurrence and Title Characteristics</a:t>
            </a:r>
            <a:endParaRPr lang="en-US" sz="4400" b="1" dirty="0">
              <a:solidFill>
                <a:srgbClr val="FFFF00"/>
              </a:solidFill>
              <a:latin typeface="Montserrat"/>
            </a:endParaRPr>
          </a:p>
        </p:txBody>
      </p:sp>
      <p:sp>
        <p:nvSpPr>
          <p:cNvPr id="4" name="Shape 1"/>
          <p:cNvSpPr/>
          <p:nvPr/>
        </p:nvSpPr>
        <p:spPr>
          <a:xfrm>
            <a:off x="782955" y="2775466"/>
            <a:ext cx="503277" cy="503277"/>
          </a:xfrm>
          <a:prstGeom prst="roundRect">
            <a:avLst>
              <a:gd name="adj" fmla="val 18670"/>
            </a:avLst>
          </a:prstGeom>
          <a:solidFill>
            <a:srgbClr val="31136C"/>
          </a:solidFill>
          <a:ln w="7620">
            <a:solidFill>
              <a:srgbClr val="4A2C85"/>
            </a:solidFill>
            <a:prstDash val="solid"/>
          </a:ln>
        </p:spPr>
      </p:sp>
      <p:sp>
        <p:nvSpPr>
          <p:cNvPr id="5" name="Text 2"/>
          <p:cNvSpPr/>
          <p:nvPr/>
        </p:nvSpPr>
        <p:spPr>
          <a:xfrm>
            <a:off x="1509951" y="2775466"/>
            <a:ext cx="2796421" cy="349568"/>
          </a:xfrm>
          <a:prstGeom prst="rect">
            <a:avLst/>
          </a:prstGeom>
          <a:noFill/>
          <a:ln/>
        </p:spPr>
        <p:txBody>
          <a:bodyPr wrap="none" lIns="0" tIns="0" rIns="0" bIns="0" rtlCol="0" anchor="t"/>
          <a:lstStyle/>
          <a:p>
            <a:pPr marL="0" indent="0" algn="l">
              <a:lnSpc>
                <a:spcPts val="2750"/>
              </a:lnSpc>
              <a:buNone/>
            </a:pPr>
            <a:r>
              <a:rPr lang="en-US" sz="2200" dirty="0">
                <a:solidFill>
                  <a:srgbClr val="DCD7E5"/>
                </a:solidFill>
                <a:latin typeface="Montserrat" pitchFamily="34" charset="0"/>
                <a:ea typeface="Montserrat" pitchFamily="34" charset="-122"/>
                <a:cs typeface="Montserrat" pitchFamily="34" charset="-120"/>
              </a:rPr>
              <a:t>Recurring Videos</a:t>
            </a:r>
            <a:endParaRPr lang="en-US" sz="2200" dirty="0"/>
          </a:p>
        </p:txBody>
      </p:sp>
      <p:sp>
        <p:nvSpPr>
          <p:cNvPr id="6" name="Text 3"/>
          <p:cNvSpPr/>
          <p:nvPr/>
        </p:nvSpPr>
        <p:spPr>
          <a:xfrm>
            <a:off x="1509951" y="3259217"/>
            <a:ext cx="2950250" cy="1789509"/>
          </a:xfrm>
          <a:prstGeom prst="rect">
            <a:avLst/>
          </a:prstGeom>
          <a:noFill/>
          <a:ln/>
        </p:spPr>
        <p:txBody>
          <a:bodyPr wrap="square" lIns="0" tIns="0" rIns="0" bIns="0" rtlCol="0" anchor="t"/>
          <a:lstStyle/>
          <a:p>
            <a:pPr marL="0" indent="0" algn="l">
              <a:lnSpc>
                <a:spcPts val="2800"/>
              </a:lnSpc>
              <a:buNone/>
            </a:pPr>
            <a:r>
              <a:rPr lang="en-US" sz="1750" dirty="0">
                <a:solidFill>
                  <a:srgbClr val="DCD7E5"/>
                </a:solidFill>
                <a:latin typeface="Heebo Light" pitchFamily="34" charset="0"/>
                <a:ea typeface="Heebo Light" pitchFamily="34" charset="-122"/>
                <a:cs typeface="Heebo Light" pitchFamily="34" charset="-120"/>
              </a:rPr>
              <a:t>The dataset contains 37,352 entries, but only 16,307 unique videos, indicating that many videos appear on the trending list for multiple days.</a:t>
            </a:r>
            <a:endParaRPr lang="en-US" sz="1750" dirty="0"/>
          </a:p>
        </p:txBody>
      </p:sp>
      <p:sp>
        <p:nvSpPr>
          <p:cNvPr id="7" name="Shape 4"/>
          <p:cNvSpPr/>
          <p:nvPr/>
        </p:nvSpPr>
        <p:spPr>
          <a:xfrm>
            <a:off x="4683919" y="2775466"/>
            <a:ext cx="503277" cy="503277"/>
          </a:xfrm>
          <a:prstGeom prst="roundRect">
            <a:avLst>
              <a:gd name="adj" fmla="val 18670"/>
            </a:avLst>
          </a:prstGeom>
          <a:solidFill>
            <a:srgbClr val="31136C"/>
          </a:solidFill>
          <a:ln w="7620">
            <a:solidFill>
              <a:srgbClr val="4A2C85"/>
            </a:solidFill>
            <a:prstDash val="solid"/>
          </a:ln>
        </p:spPr>
      </p:sp>
      <p:sp>
        <p:nvSpPr>
          <p:cNvPr id="8" name="Text 5"/>
          <p:cNvSpPr/>
          <p:nvPr/>
        </p:nvSpPr>
        <p:spPr>
          <a:xfrm>
            <a:off x="5410914" y="2775466"/>
            <a:ext cx="2901077" cy="349568"/>
          </a:xfrm>
          <a:prstGeom prst="rect">
            <a:avLst/>
          </a:prstGeom>
          <a:noFill/>
          <a:ln/>
        </p:spPr>
        <p:txBody>
          <a:bodyPr wrap="none" lIns="0" tIns="0" rIns="0" bIns="0" rtlCol="0" anchor="t"/>
          <a:lstStyle/>
          <a:p>
            <a:pPr marL="0" indent="0" algn="l">
              <a:lnSpc>
                <a:spcPts val="2750"/>
              </a:lnSpc>
              <a:buNone/>
            </a:pPr>
            <a:r>
              <a:rPr lang="en-US" sz="2200" dirty="0">
                <a:solidFill>
                  <a:srgbClr val="DCD7E5"/>
                </a:solidFill>
                <a:latin typeface="Montserrat" pitchFamily="34" charset="0"/>
                <a:ea typeface="Montserrat" pitchFamily="34" charset="-122"/>
                <a:cs typeface="Montserrat" pitchFamily="34" charset="-120"/>
              </a:rPr>
              <a:t>Optimal Title Length</a:t>
            </a:r>
            <a:endParaRPr lang="en-US" sz="2200" dirty="0"/>
          </a:p>
        </p:txBody>
      </p:sp>
      <p:sp>
        <p:nvSpPr>
          <p:cNvPr id="9" name="Text 6"/>
          <p:cNvSpPr/>
          <p:nvPr/>
        </p:nvSpPr>
        <p:spPr>
          <a:xfrm>
            <a:off x="5410914" y="3259217"/>
            <a:ext cx="2950250" cy="2147411"/>
          </a:xfrm>
          <a:prstGeom prst="rect">
            <a:avLst/>
          </a:prstGeom>
          <a:noFill/>
          <a:ln/>
        </p:spPr>
        <p:txBody>
          <a:bodyPr wrap="square" lIns="0" tIns="0" rIns="0" bIns="0" rtlCol="0" anchor="t"/>
          <a:lstStyle/>
          <a:p>
            <a:pPr marL="0" indent="0" algn="l">
              <a:lnSpc>
                <a:spcPts val="2800"/>
              </a:lnSpc>
              <a:buNone/>
            </a:pPr>
            <a:r>
              <a:rPr lang="en-US" sz="1750" dirty="0">
                <a:solidFill>
                  <a:srgbClr val="DCD7E5"/>
                </a:solidFill>
                <a:latin typeface="Heebo Light" pitchFamily="34" charset="0"/>
                <a:ea typeface="Heebo Light" pitchFamily="34" charset="-122"/>
                <a:cs typeface="Heebo Light" pitchFamily="34" charset="-120"/>
              </a:rPr>
              <a:t>Trending videos with 60 million views or more tend to have titles between 50 and 55 characters, suggesting an optimal title length for maximum impact.</a:t>
            </a:r>
            <a:endParaRPr lang="en-US" sz="1750" dirty="0"/>
          </a:p>
        </p:txBody>
      </p:sp>
      <p:sp>
        <p:nvSpPr>
          <p:cNvPr id="10" name="Shape 7"/>
          <p:cNvSpPr/>
          <p:nvPr/>
        </p:nvSpPr>
        <p:spPr>
          <a:xfrm>
            <a:off x="782955" y="5881926"/>
            <a:ext cx="503277" cy="503277"/>
          </a:xfrm>
          <a:prstGeom prst="roundRect">
            <a:avLst>
              <a:gd name="adj" fmla="val 18670"/>
            </a:avLst>
          </a:prstGeom>
          <a:solidFill>
            <a:srgbClr val="31136C"/>
          </a:solidFill>
          <a:ln w="7620">
            <a:solidFill>
              <a:srgbClr val="4A2C85"/>
            </a:solidFill>
            <a:prstDash val="solid"/>
          </a:ln>
        </p:spPr>
      </p:sp>
      <p:sp>
        <p:nvSpPr>
          <p:cNvPr id="11" name="Text 8"/>
          <p:cNvSpPr/>
          <p:nvPr/>
        </p:nvSpPr>
        <p:spPr>
          <a:xfrm>
            <a:off x="1509951" y="5881926"/>
            <a:ext cx="3397210" cy="349568"/>
          </a:xfrm>
          <a:prstGeom prst="rect">
            <a:avLst/>
          </a:prstGeom>
          <a:noFill/>
          <a:ln/>
        </p:spPr>
        <p:txBody>
          <a:bodyPr wrap="none" lIns="0" tIns="0" rIns="0" bIns="0" rtlCol="0" anchor="t"/>
          <a:lstStyle/>
          <a:p>
            <a:pPr marL="0" indent="0" algn="l">
              <a:lnSpc>
                <a:spcPts val="2750"/>
              </a:lnSpc>
              <a:buNone/>
            </a:pPr>
            <a:r>
              <a:rPr lang="en-US" sz="2200" dirty="0">
                <a:solidFill>
                  <a:srgbClr val="DCD7E5"/>
                </a:solidFill>
                <a:latin typeface="Montserrat" pitchFamily="34" charset="0"/>
                <a:ea typeface="Montserrat" pitchFamily="34" charset="-122"/>
                <a:cs typeface="Montserrat" pitchFamily="34" charset="-120"/>
              </a:rPr>
              <a:t>Common Title Elements</a:t>
            </a:r>
            <a:endParaRPr lang="en-US" sz="2200" dirty="0"/>
          </a:p>
        </p:txBody>
      </p:sp>
      <p:sp>
        <p:nvSpPr>
          <p:cNvPr id="12" name="Text 9"/>
          <p:cNvSpPr/>
          <p:nvPr/>
        </p:nvSpPr>
        <p:spPr>
          <a:xfrm>
            <a:off x="1509951" y="6365677"/>
            <a:ext cx="6851094" cy="1073706"/>
          </a:xfrm>
          <a:prstGeom prst="rect">
            <a:avLst/>
          </a:prstGeom>
          <a:noFill/>
          <a:ln/>
        </p:spPr>
        <p:txBody>
          <a:bodyPr wrap="square" lIns="0" tIns="0" rIns="0" bIns="0" rtlCol="0" anchor="t"/>
          <a:lstStyle/>
          <a:p>
            <a:pPr marL="0" indent="0" algn="l">
              <a:lnSpc>
                <a:spcPts val="2800"/>
              </a:lnSpc>
              <a:buNone/>
            </a:pPr>
            <a:r>
              <a:rPr lang="en-US" sz="1750" dirty="0">
                <a:solidFill>
                  <a:srgbClr val="DCD7E5"/>
                </a:solidFill>
                <a:latin typeface="Heebo Light" pitchFamily="34" charset="0"/>
                <a:ea typeface="Heebo Light" pitchFamily="34" charset="-122"/>
                <a:cs typeface="Heebo Light" pitchFamily="34" charset="-120"/>
              </a:rPr>
              <a:t>Delimiters like "|" and "-" are frequently used in trending video titles, along with words such as Official, Video, Trailer, Episode, Song, and 2018.</a:t>
            </a:r>
            <a:endParaRPr lang="en-US" sz="175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44471" y="493174"/>
            <a:ext cx="7627858" cy="2121183"/>
          </a:xfrm>
          <a:prstGeom prst="rect">
            <a:avLst/>
          </a:prstGeom>
          <a:noFill/>
          <a:ln/>
        </p:spPr>
        <p:txBody>
          <a:bodyPr wrap="square" lIns="0" tIns="0" rIns="0" bIns="0" rtlCol="0" anchor="t"/>
          <a:lstStyle/>
          <a:p>
            <a:pPr marL="0" indent="0" algn="l">
              <a:lnSpc>
                <a:spcPts val="5300"/>
              </a:lnSpc>
              <a:buNone/>
            </a:pPr>
            <a:r>
              <a:rPr lang="en-US" sz="4250" b="1" dirty="0">
                <a:solidFill>
                  <a:srgbClr val="FFFF00"/>
                </a:solidFill>
                <a:latin typeface="Montserrat"/>
                <a:ea typeface="Montserrat" pitchFamily="34" charset="-122"/>
                <a:cs typeface="Montserrat" pitchFamily="34" charset="-120"/>
              </a:rPr>
              <a:t>Correlation Analysis: Views, Likes, and Comments</a:t>
            </a:r>
            <a:endParaRPr lang="en-US" sz="4250" dirty="0">
              <a:solidFill>
                <a:srgbClr val="FFFFFF"/>
              </a:solidFill>
              <a:latin typeface="Corbel"/>
            </a:endParaRPr>
          </a:p>
        </p:txBody>
      </p:sp>
      <p:pic>
        <p:nvPicPr>
          <p:cNvPr id="4" name="Image 1" descr="preencoded.png"/>
          <p:cNvPicPr>
            <a:picLocks noChangeAspect="1"/>
          </p:cNvPicPr>
          <p:nvPr/>
        </p:nvPicPr>
        <p:blipFill>
          <a:blip r:embed="rId4"/>
          <a:stretch>
            <a:fillRect/>
          </a:stretch>
        </p:blipFill>
        <p:spPr>
          <a:xfrm>
            <a:off x="6244471" y="2612588"/>
            <a:ext cx="541496" cy="541496"/>
          </a:xfrm>
          <a:prstGeom prst="rect">
            <a:avLst/>
          </a:prstGeom>
        </p:spPr>
      </p:pic>
      <p:sp>
        <p:nvSpPr>
          <p:cNvPr id="5" name="Text 1"/>
          <p:cNvSpPr/>
          <p:nvPr/>
        </p:nvSpPr>
        <p:spPr>
          <a:xfrm>
            <a:off x="6244471" y="3370659"/>
            <a:ext cx="2326005" cy="338376"/>
          </a:xfrm>
          <a:prstGeom prst="rect">
            <a:avLst/>
          </a:prstGeom>
          <a:noFill/>
          <a:ln/>
        </p:spPr>
        <p:txBody>
          <a:bodyPr wrap="none" lIns="0" tIns="0" rIns="0" bIns="0" rtlCol="0" anchor="t"/>
          <a:lstStyle/>
          <a:p>
            <a:pPr marL="0" indent="0" algn="l">
              <a:lnSpc>
                <a:spcPts val="2650"/>
              </a:lnSpc>
              <a:buNone/>
            </a:pPr>
            <a:r>
              <a:rPr lang="en-US" sz="2100" dirty="0">
                <a:solidFill>
                  <a:srgbClr val="DCD7E5"/>
                </a:solidFill>
                <a:latin typeface="Montserrat" pitchFamily="34" charset="0"/>
                <a:ea typeface="Montserrat" pitchFamily="34" charset="-122"/>
                <a:cs typeface="Montserrat" pitchFamily="34" charset="-120"/>
              </a:rPr>
              <a:t>Views and Likes</a:t>
            </a:r>
            <a:endParaRPr lang="en-US" sz="2100" dirty="0"/>
          </a:p>
        </p:txBody>
      </p:sp>
      <p:sp>
        <p:nvSpPr>
          <p:cNvPr id="6" name="Text 2"/>
          <p:cNvSpPr/>
          <p:nvPr/>
        </p:nvSpPr>
        <p:spPr>
          <a:xfrm>
            <a:off x="6244471" y="3838932"/>
            <a:ext cx="2326005" cy="2771775"/>
          </a:xfrm>
          <a:prstGeom prst="rect">
            <a:avLst/>
          </a:prstGeom>
          <a:noFill/>
          <a:ln/>
        </p:spPr>
        <p:txBody>
          <a:bodyPr wrap="square" lIns="0" tIns="0" rIns="0" bIns="0" rtlCol="0" anchor="t"/>
          <a:lstStyle/>
          <a:p>
            <a:pPr marL="0" indent="0" algn="l">
              <a:lnSpc>
                <a:spcPts val="2700"/>
              </a:lnSpc>
              <a:buNone/>
            </a:pPr>
            <a:r>
              <a:rPr lang="en-US" sz="1700" dirty="0">
                <a:solidFill>
                  <a:srgbClr val="DCD7E5"/>
                </a:solidFill>
                <a:latin typeface="Heebo Light" pitchFamily="34" charset="0"/>
                <a:ea typeface="Heebo Light" pitchFamily="34" charset="-122"/>
                <a:cs typeface="Heebo Light" pitchFamily="34" charset="-120"/>
              </a:rPr>
              <a:t>A strong positive correlation exists between the number of views and the number of likes, indicating that videos with more views tend to receive more likes, and vice versa.</a:t>
            </a:r>
            <a:endParaRPr lang="en-US" sz="1700" dirty="0"/>
          </a:p>
        </p:txBody>
      </p:sp>
      <p:pic>
        <p:nvPicPr>
          <p:cNvPr id="7" name="Image 2" descr="preencoded.png"/>
          <p:cNvPicPr>
            <a:picLocks noChangeAspect="1"/>
          </p:cNvPicPr>
          <p:nvPr/>
        </p:nvPicPr>
        <p:blipFill>
          <a:blip r:embed="rId5"/>
          <a:stretch>
            <a:fillRect/>
          </a:stretch>
        </p:blipFill>
        <p:spPr>
          <a:xfrm>
            <a:off x="8895278" y="2612588"/>
            <a:ext cx="541496" cy="541496"/>
          </a:xfrm>
          <a:prstGeom prst="rect">
            <a:avLst/>
          </a:prstGeom>
        </p:spPr>
      </p:pic>
      <p:sp>
        <p:nvSpPr>
          <p:cNvPr id="8" name="Text 3"/>
          <p:cNvSpPr/>
          <p:nvPr/>
        </p:nvSpPr>
        <p:spPr>
          <a:xfrm>
            <a:off x="8895278" y="3370659"/>
            <a:ext cx="2326124" cy="676751"/>
          </a:xfrm>
          <a:prstGeom prst="rect">
            <a:avLst/>
          </a:prstGeom>
          <a:noFill/>
          <a:ln/>
        </p:spPr>
        <p:txBody>
          <a:bodyPr wrap="square" lIns="0" tIns="0" rIns="0" bIns="0" rtlCol="0" anchor="t"/>
          <a:lstStyle/>
          <a:p>
            <a:pPr marL="0" indent="0" algn="l">
              <a:lnSpc>
                <a:spcPts val="2650"/>
              </a:lnSpc>
              <a:buNone/>
            </a:pPr>
            <a:r>
              <a:rPr lang="en-US" sz="2100" dirty="0">
                <a:solidFill>
                  <a:srgbClr val="DCD7E5"/>
                </a:solidFill>
                <a:latin typeface="Montserrat" pitchFamily="34" charset="0"/>
                <a:ea typeface="Montserrat" pitchFamily="34" charset="-122"/>
                <a:cs typeface="Montserrat" pitchFamily="34" charset="-120"/>
              </a:rPr>
              <a:t>Likes and Comments</a:t>
            </a:r>
            <a:endParaRPr lang="en-US" sz="2100" dirty="0"/>
          </a:p>
        </p:txBody>
      </p:sp>
      <p:sp>
        <p:nvSpPr>
          <p:cNvPr id="9" name="Text 4"/>
          <p:cNvSpPr/>
          <p:nvPr/>
        </p:nvSpPr>
        <p:spPr>
          <a:xfrm>
            <a:off x="8895278" y="4177308"/>
            <a:ext cx="2326124" cy="3118247"/>
          </a:xfrm>
          <a:prstGeom prst="rect">
            <a:avLst/>
          </a:prstGeom>
          <a:noFill/>
          <a:ln/>
        </p:spPr>
        <p:txBody>
          <a:bodyPr wrap="square" lIns="0" tIns="0" rIns="0" bIns="0" rtlCol="0" anchor="t"/>
          <a:lstStyle/>
          <a:p>
            <a:pPr marL="0" indent="0" algn="l">
              <a:lnSpc>
                <a:spcPts val="2700"/>
              </a:lnSpc>
              <a:buNone/>
            </a:pPr>
            <a:r>
              <a:rPr lang="en-US" sz="1700" dirty="0">
                <a:solidFill>
                  <a:srgbClr val="DCD7E5"/>
                </a:solidFill>
                <a:latin typeface="Heebo Light" pitchFamily="34" charset="0"/>
                <a:ea typeface="Heebo Light" pitchFamily="34" charset="-122"/>
                <a:cs typeface="Heebo Light" pitchFamily="34" charset="-120"/>
              </a:rPr>
              <a:t>There is a strong positive correlation between the number of likes and the number of comments, suggesting that videos with high like counts also tend to generate more discussion.</a:t>
            </a:r>
            <a:endParaRPr lang="en-US" sz="1700" dirty="0"/>
          </a:p>
        </p:txBody>
      </p:sp>
      <p:pic>
        <p:nvPicPr>
          <p:cNvPr id="10" name="Image 3" descr="preencoded.png"/>
          <p:cNvPicPr>
            <a:picLocks noChangeAspect="1"/>
          </p:cNvPicPr>
          <p:nvPr/>
        </p:nvPicPr>
        <p:blipFill>
          <a:blip r:embed="rId6"/>
          <a:stretch>
            <a:fillRect/>
          </a:stretch>
        </p:blipFill>
        <p:spPr>
          <a:xfrm>
            <a:off x="11546205" y="2612588"/>
            <a:ext cx="541496" cy="541496"/>
          </a:xfrm>
          <a:prstGeom prst="rect">
            <a:avLst/>
          </a:prstGeom>
        </p:spPr>
      </p:pic>
      <p:sp>
        <p:nvSpPr>
          <p:cNvPr id="11" name="Text 5"/>
          <p:cNvSpPr/>
          <p:nvPr/>
        </p:nvSpPr>
        <p:spPr>
          <a:xfrm>
            <a:off x="11546205" y="3370659"/>
            <a:ext cx="2326005" cy="676751"/>
          </a:xfrm>
          <a:prstGeom prst="rect">
            <a:avLst/>
          </a:prstGeom>
          <a:noFill/>
          <a:ln/>
        </p:spPr>
        <p:txBody>
          <a:bodyPr wrap="square" lIns="0" tIns="0" rIns="0" bIns="0" rtlCol="0" anchor="t"/>
          <a:lstStyle/>
          <a:p>
            <a:pPr marL="0" indent="0" algn="l">
              <a:lnSpc>
                <a:spcPts val="2650"/>
              </a:lnSpc>
              <a:buNone/>
            </a:pPr>
            <a:r>
              <a:rPr lang="en-US" sz="2100" dirty="0">
                <a:solidFill>
                  <a:srgbClr val="DCD7E5"/>
                </a:solidFill>
                <a:latin typeface="Montserrat" pitchFamily="34" charset="0"/>
                <a:ea typeface="Montserrat" pitchFamily="34" charset="-122"/>
                <a:cs typeface="Montserrat" pitchFamily="34" charset="-120"/>
              </a:rPr>
              <a:t>Dislikes and Comments</a:t>
            </a:r>
            <a:endParaRPr lang="en-US" sz="2100" dirty="0"/>
          </a:p>
        </p:txBody>
      </p:sp>
      <p:sp>
        <p:nvSpPr>
          <p:cNvPr id="12" name="Text 6"/>
          <p:cNvSpPr/>
          <p:nvPr/>
        </p:nvSpPr>
        <p:spPr>
          <a:xfrm>
            <a:off x="11546205" y="4177308"/>
            <a:ext cx="2326005" cy="3118247"/>
          </a:xfrm>
          <a:prstGeom prst="rect">
            <a:avLst/>
          </a:prstGeom>
          <a:noFill/>
          <a:ln/>
        </p:spPr>
        <p:txBody>
          <a:bodyPr wrap="square" lIns="0" tIns="0" rIns="0" bIns="0" rtlCol="0" anchor="t"/>
          <a:lstStyle/>
          <a:p>
            <a:pPr marL="0" indent="0" algn="l">
              <a:lnSpc>
                <a:spcPts val="2700"/>
              </a:lnSpc>
              <a:buNone/>
            </a:pPr>
            <a:r>
              <a:rPr lang="en-US" sz="1700" dirty="0">
                <a:solidFill>
                  <a:srgbClr val="DCD7E5"/>
                </a:solidFill>
                <a:latin typeface="Heebo Light" pitchFamily="34" charset="0"/>
                <a:ea typeface="Heebo Light" pitchFamily="34" charset="-122"/>
                <a:cs typeface="Heebo Light" pitchFamily="34" charset="-120"/>
              </a:rPr>
              <a:t>A slightly weaker positive correlation is observed between the number of dislikes and the number of comments, implying that controversial videos may also spark more discussion.</a:t>
            </a:r>
            <a:endParaRPr lang="en-US" sz="1700" dirty="0"/>
          </a:p>
        </p:txBody>
      </p:sp>
      <p:pic>
        <p:nvPicPr>
          <p:cNvPr id="13" name="Image 1" descr="preencoded.png">
            <a:extLst>
              <a:ext uri="{FF2B5EF4-FFF2-40B4-BE49-F238E27FC236}">
                <a16:creationId xmlns="" xmlns:a16="http://schemas.microsoft.com/office/drawing/2014/main" id="{2609E2A8-4C0F-C95B-8066-956BA41D796C}"/>
              </a:ext>
            </a:extLst>
          </p:cNvPr>
          <p:cNvPicPr>
            <a:picLocks noChangeAspect="1"/>
          </p:cNvPicPr>
          <p:nvPr/>
        </p:nvPicPr>
        <p:blipFill>
          <a:blip r:embed="rId4"/>
          <a:stretch>
            <a:fillRect/>
          </a:stretch>
        </p:blipFill>
        <p:spPr>
          <a:xfrm flipH="1" flipV="1">
            <a:off x="11540462" y="2545123"/>
            <a:ext cx="540992" cy="679306"/>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539121"/>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FFFF00"/>
                </a:solidFill>
                <a:latin typeface="Montserrat"/>
                <a:ea typeface="Montserrat" pitchFamily="34" charset="-122"/>
                <a:cs typeface="Montserrat" pitchFamily="34" charset="-120"/>
              </a:rPr>
              <a:t>Top Channels and Categories</a:t>
            </a:r>
            <a:endParaRPr lang="en-US" sz="4450" b="1" dirty="0">
              <a:solidFill>
                <a:srgbClr val="FFFFFF"/>
              </a:solidFill>
              <a:latin typeface="Montserrat"/>
            </a:endParaRPr>
          </a:p>
        </p:txBody>
      </p:sp>
      <p:pic>
        <p:nvPicPr>
          <p:cNvPr id="4" name="Image 1" descr="preencoded.png"/>
          <p:cNvPicPr>
            <a:picLocks noChangeAspect="1"/>
          </p:cNvPicPr>
          <p:nvPr/>
        </p:nvPicPr>
        <p:blipFill>
          <a:blip r:embed="rId4"/>
          <a:stretch>
            <a:fillRect/>
          </a:stretch>
        </p:blipFill>
        <p:spPr>
          <a:xfrm>
            <a:off x="6280190" y="3296841"/>
            <a:ext cx="1134070" cy="2032754"/>
          </a:xfrm>
          <a:prstGeom prst="rect">
            <a:avLst/>
          </a:prstGeom>
        </p:spPr>
      </p:pic>
      <p:sp>
        <p:nvSpPr>
          <p:cNvPr id="5" name="Text 1"/>
          <p:cNvSpPr/>
          <p:nvPr/>
        </p:nvSpPr>
        <p:spPr>
          <a:xfrm>
            <a:off x="7754422" y="3523655"/>
            <a:ext cx="4227909" cy="354330"/>
          </a:xfrm>
          <a:prstGeom prst="rect">
            <a:avLst/>
          </a:prstGeom>
          <a:noFill/>
          <a:ln/>
        </p:spPr>
        <p:txBody>
          <a:bodyPr wrap="none" lIns="0" tIns="0" rIns="0" bIns="0" rtlCol="0" anchor="t"/>
          <a:lstStyle/>
          <a:p>
            <a:pPr marL="0" indent="0" algn="l">
              <a:lnSpc>
                <a:spcPts val="2750"/>
              </a:lnSpc>
              <a:buNone/>
            </a:pPr>
            <a:r>
              <a:rPr lang="en-US" sz="2200" dirty="0">
                <a:solidFill>
                  <a:srgbClr val="DCD7E5"/>
                </a:solidFill>
                <a:latin typeface="Montserrat" pitchFamily="34" charset="0"/>
                <a:ea typeface="Montserrat" pitchFamily="34" charset="-122"/>
                <a:cs typeface="Montserrat" pitchFamily="34" charset="-120"/>
              </a:rPr>
              <a:t>Analyze Category Distribution</a:t>
            </a:r>
            <a:endParaRPr lang="en-US" sz="2200" dirty="0"/>
          </a:p>
        </p:txBody>
      </p:sp>
      <p:sp>
        <p:nvSpPr>
          <p:cNvPr id="6" name="Text 2"/>
          <p:cNvSpPr/>
          <p:nvPr/>
        </p:nvSpPr>
        <p:spPr>
          <a:xfrm>
            <a:off x="7754422" y="4014073"/>
            <a:ext cx="6082189" cy="1088708"/>
          </a:xfrm>
          <a:prstGeom prst="rect">
            <a:avLst/>
          </a:prstGeom>
          <a:noFill/>
          <a:ln/>
        </p:spPr>
        <p:txBody>
          <a:bodyPr wrap="square" lIns="0" tIns="0" rIns="0" bIns="0" rtlCol="0" anchor="t"/>
          <a:lstStyle/>
          <a:p>
            <a:pPr marL="0" indent="0" algn="l">
              <a:lnSpc>
                <a:spcPts val="2850"/>
              </a:lnSpc>
              <a:buNone/>
            </a:pPr>
            <a:r>
              <a:rPr lang="en-US" sz="1750" dirty="0">
                <a:solidFill>
                  <a:srgbClr val="DCD7E5"/>
                </a:solidFill>
                <a:latin typeface="Heebo Light" pitchFamily="34" charset="0"/>
                <a:ea typeface="Heebo Light" pitchFamily="34" charset="-122"/>
                <a:cs typeface="Heebo Light" pitchFamily="34" charset="-120"/>
              </a:rPr>
              <a:t>Identify the video categories (e.g., Entertainment, Gaming, Comedy) with the highest number of trending videos, revealing popular content niches.</a:t>
            </a:r>
            <a:endParaRPr lang="en-US" sz="1750" dirty="0"/>
          </a:p>
        </p:txBody>
      </p:sp>
      <p:pic>
        <p:nvPicPr>
          <p:cNvPr id="7" name="Image 2" descr="preencoded.png"/>
          <p:cNvPicPr>
            <a:picLocks noChangeAspect="1"/>
          </p:cNvPicPr>
          <p:nvPr/>
        </p:nvPicPr>
        <p:blipFill>
          <a:blip r:embed="rId5"/>
          <a:stretch>
            <a:fillRect/>
          </a:stretch>
        </p:blipFill>
        <p:spPr>
          <a:xfrm>
            <a:off x="6280190" y="5329595"/>
            <a:ext cx="1134070" cy="1360884"/>
          </a:xfrm>
          <a:prstGeom prst="rect">
            <a:avLst/>
          </a:prstGeom>
        </p:spPr>
      </p:pic>
      <p:sp>
        <p:nvSpPr>
          <p:cNvPr id="8" name="Text 3"/>
          <p:cNvSpPr/>
          <p:nvPr/>
        </p:nvSpPr>
        <p:spPr>
          <a:xfrm>
            <a:off x="7754422" y="5556409"/>
            <a:ext cx="3876794" cy="354330"/>
          </a:xfrm>
          <a:prstGeom prst="rect">
            <a:avLst/>
          </a:prstGeom>
          <a:noFill/>
          <a:ln/>
        </p:spPr>
        <p:txBody>
          <a:bodyPr wrap="none" lIns="0" tIns="0" rIns="0" bIns="0" rtlCol="0" anchor="t"/>
          <a:lstStyle/>
          <a:p>
            <a:pPr marL="0" indent="0" algn="l">
              <a:lnSpc>
                <a:spcPts val="2750"/>
              </a:lnSpc>
              <a:buNone/>
            </a:pPr>
            <a:r>
              <a:rPr lang="en-US" sz="2200" dirty="0">
                <a:solidFill>
                  <a:srgbClr val="DCD7E5"/>
                </a:solidFill>
                <a:latin typeface="Montserrat" pitchFamily="34" charset="0"/>
                <a:ea typeface="Montserrat" pitchFamily="34" charset="-122"/>
                <a:cs typeface="Montserrat" pitchFamily="34" charset="-120"/>
              </a:rPr>
              <a:t>Analyze Publication Timing</a:t>
            </a:r>
            <a:endParaRPr lang="en-US" sz="2200" dirty="0"/>
          </a:p>
        </p:txBody>
      </p:sp>
      <p:sp>
        <p:nvSpPr>
          <p:cNvPr id="9" name="Text 4"/>
          <p:cNvSpPr/>
          <p:nvPr/>
        </p:nvSpPr>
        <p:spPr>
          <a:xfrm>
            <a:off x="7754422" y="6046827"/>
            <a:ext cx="6082189" cy="362903"/>
          </a:xfrm>
          <a:prstGeom prst="rect">
            <a:avLst/>
          </a:prstGeom>
          <a:noFill/>
          <a:ln/>
        </p:spPr>
        <p:txBody>
          <a:bodyPr wrap="none" lIns="0" tIns="0" rIns="0" bIns="0" rtlCol="0" anchor="t"/>
          <a:lstStyle/>
          <a:p>
            <a:pPr marL="0" indent="0" algn="l">
              <a:lnSpc>
                <a:spcPts val="2850"/>
              </a:lnSpc>
              <a:buNone/>
            </a:pPr>
            <a:r>
              <a:rPr lang="en-US" sz="1750" dirty="0">
                <a:solidFill>
                  <a:srgbClr val="DCD7E5"/>
                </a:solidFill>
                <a:latin typeface="Heebo Light" pitchFamily="34" charset="0"/>
                <a:ea typeface="Heebo Light" pitchFamily="34" charset="-122"/>
                <a:cs typeface="Heebo Light" pitchFamily="34" charset="-120"/>
              </a:rPr>
              <a:t>Determine the optimal time to publish the videos.</a:t>
            </a:r>
            <a:endParaRPr lang="en-US" sz="175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385846" y="257148"/>
            <a:ext cx="12715964" cy="7540526"/>
          </a:xfrm>
          <a:prstGeom prst="rect">
            <a:avLst/>
          </a:prstGeom>
        </p:spPr>
        <p:txBody>
          <a:bodyPr wrap="square" lIns="91440" tIns="45720" rIns="91440" bIns="45720" anchor="t">
            <a:spAutoFit/>
          </a:bodyPr>
          <a:lstStyle/>
          <a:p>
            <a:pPr algn="ctr"/>
            <a:r>
              <a:rPr lang="en-US" sz="3200" b="1" dirty="0">
                <a:solidFill>
                  <a:srgbClr val="FFFF00"/>
                </a:solidFill>
              </a:rPr>
              <a:t>Workflow Overview</a:t>
            </a:r>
          </a:p>
          <a:p>
            <a:r>
              <a:rPr lang="en-US" sz="2400" b="1" i="1" dirty="0"/>
              <a:t>1.Data Collection &amp; Preparation</a:t>
            </a:r>
            <a:endParaRPr lang="en-US" sz="2400" b="1" dirty="0"/>
          </a:p>
          <a:p>
            <a:pPr>
              <a:buFont typeface="Arial" pitchFamily="34" charset="0"/>
              <a:buChar char="•"/>
            </a:pPr>
            <a:r>
              <a:rPr lang="en-US" sz="2400" dirty="0"/>
              <a:t>Imported the dataset 📂</a:t>
            </a:r>
          </a:p>
          <a:p>
            <a:pPr>
              <a:buFont typeface="Arial" pitchFamily="34" charset="0"/>
              <a:buChar char="•"/>
            </a:pPr>
            <a:r>
              <a:rPr lang="en-US" sz="2400" dirty="0"/>
              <a:t>Cleaned missing values &amp; standardized formats ✅</a:t>
            </a:r>
          </a:p>
          <a:p>
            <a:pPr>
              <a:buFont typeface="Arial" pitchFamily="34" charset="0"/>
              <a:buChar char="•"/>
            </a:pPr>
            <a:r>
              <a:rPr lang="en-US" sz="2400" dirty="0"/>
              <a:t>Extracted useful details like </a:t>
            </a:r>
            <a:r>
              <a:rPr lang="en-US" sz="2400" i="1" dirty="0"/>
              <a:t>year, title length, and publishing time</a:t>
            </a:r>
          </a:p>
          <a:p>
            <a:pPr>
              <a:buFont typeface="Arial" pitchFamily="34" charset="0"/>
              <a:buChar char="•"/>
            </a:pPr>
            <a:endParaRPr lang="en-US" sz="2400" dirty="0"/>
          </a:p>
          <a:p>
            <a:r>
              <a:rPr lang="en-US" sz="2400" b="1" dirty="0"/>
              <a:t>2.Ex</a:t>
            </a:r>
            <a:r>
              <a:rPr lang="en-US" sz="2400" b="1" i="1" dirty="0"/>
              <a:t>ploratory Data Analysis (EDA)</a:t>
            </a:r>
            <a:endParaRPr lang="en-US" sz="2400" b="1" dirty="0"/>
          </a:p>
          <a:p>
            <a:pPr>
              <a:buFont typeface="Arial" pitchFamily="34" charset="0"/>
              <a:buChar char="•"/>
            </a:pPr>
            <a:r>
              <a:rPr lang="en-US" sz="2400" i="1" dirty="0"/>
              <a:t>Views, Likes, &amp; Comments:</a:t>
            </a:r>
            <a:r>
              <a:rPr lang="en-US" sz="2400" dirty="0"/>
              <a:t> Checked how many views, likes, and comments trending videos get 📊</a:t>
            </a:r>
          </a:p>
          <a:p>
            <a:pPr>
              <a:buFont typeface="Arial" pitchFamily="34" charset="0"/>
              <a:buChar char="•"/>
            </a:pPr>
            <a:r>
              <a:rPr lang="en-US" sz="2400" i="1" dirty="0"/>
              <a:t>Numerical &amp; Non-Numerical Data:</a:t>
            </a:r>
            <a:r>
              <a:rPr lang="en-US" sz="2400" dirty="0"/>
              <a:t> Explored both types of information</a:t>
            </a:r>
          </a:p>
          <a:p>
            <a:pPr>
              <a:buFont typeface="Arial" pitchFamily="34" charset="0"/>
              <a:buChar char="•"/>
            </a:pPr>
            <a:r>
              <a:rPr lang="en-US" sz="2400" i="1" dirty="0"/>
              <a:t>Capitalized Words in Titles:</a:t>
            </a:r>
            <a:r>
              <a:rPr lang="en-US" sz="2400" dirty="0"/>
              <a:t> Analyzed if capitalized words impact a video's trend status 🔠</a:t>
            </a:r>
          </a:p>
          <a:p>
            <a:endParaRPr lang="en-US" sz="2400" b="1" i="1" dirty="0"/>
          </a:p>
          <a:p>
            <a:r>
              <a:rPr lang="en-US" sz="2400" b="1" i="1" dirty="0"/>
              <a:t>3.Deeper Insights</a:t>
            </a:r>
            <a:endParaRPr lang="en-US" sz="2400" b="1" dirty="0"/>
          </a:p>
          <a:p>
            <a:pPr>
              <a:buFont typeface="Arial" pitchFamily="34" charset="0"/>
              <a:buChar char="•"/>
            </a:pPr>
            <a:r>
              <a:rPr lang="en-US" sz="2400" i="1" dirty="0"/>
              <a:t>Most Common Words:</a:t>
            </a:r>
            <a:r>
              <a:rPr lang="en-US" sz="2400" dirty="0"/>
              <a:t> Found popular words in trending video titles 🏷️</a:t>
            </a:r>
          </a:p>
          <a:p>
            <a:pPr>
              <a:buFont typeface="Arial" pitchFamily="34" charset="0"/>
              <a:buChar char="•"/>
            </a:pPr>
            <a:r>
              <a:rPr lang="en-US" sz="2400" i="1" dirty="0"/>
              <a:t>Top YouTube Channels:</a:t>
            </a:r>
            <a:r>
              <a:rPr lang="en-US" sz="2400" dirty="0"/>
              <a:t> Identified channels with the most trending videos 🎥</a:t>
            </a:r>
          </a:p>
          <a:p>
            <a:pPr>
              <a:buFont typeface="Arial" pitchFamily="34" charset="0"/>
              <a:buChar char="•"/>
            </a:pPr>
            <a:r>
              <a:rPr lang="en-US" sz="2400" i="1" dirty="0"/>
              <a:t>Trending Categories:</a:t>
            </a:r>
            <a:r>
              <a:rPr lang="en-US" sz="2400" dirty="0"/>
              <a:t> Determined which video categories (Entertainment, Gaming, etc.) trend the most</a:t>
            </a:r>
          </a:p>
          <a:p>
            <a:pPr>
              <a:buFont typeface="Arial" pitchFamily="34" charset="0"/>
              <a:buChar char="•"/>
            </a:pPr>
            <a:endParaRPr lang="en-US" sz="2400" dirty="0"/>
          </a:p>
          <a:p>
            <a:r>
              <a:rPr lang="en-US" sz="2400" b="1" i="1" dirty="0"/>
              <a:t>4.Other Key Findings</a:t>
            </a:r>
            <a:endParaRPr lang="en-US" sz="2400" b="1" dirty="0"/>
          </a:p>
          <a:p>
            <a:pPr>
              <a:buFont typeface="Arial" pitchFamily="34" charset="0"/>
              <a:buChar char="•"/>
            </a:pPr>
            <a:r>
              <a:rPr lang="en-US" sz="2400" dirty="0"/>
              <a:t>Checked </a:t>
            </a:r>
            <a:r>
              <a:rPr lang="en-US" sz="2400" i="1" dirty="0"/>
              <a:t>publishing times &amp; days</a:t>
            </a:r>
            <a:r>
              <a:rPr lang="en-US" sz="2400" dirty="0"/>
              <a:t> to see when videos are most likely to trend ⏰</a:t>
            </a:r>
          </a:p>
          <a:p>
            <a:pPr>
              <a:buFont typeface="Arial" pitchFamily="34" charset="0"/>
              <a:buChar char="•"/>
            </a:pPr>
            <a:r>
              <a:rPr lang="en-US" sz="2400" dirty="0"/>
              <a:t>Investigated </a:t>
            </a:r>
            <a:r>
              <a:rPr lang="en-US" sz="2400" i="1" dirty="0"/>
              <a:t>errors, disabled comments, and ratings</a:t>
            </a:r>
            <a:r>
              <a:rPr lang="en-US" sz="2400" dirty="0"/>
              <a:t> for trends in restricted content 🚫</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48784" y="588288"/>
            <a:ext cx="3260765" cy="401003"/>
          </a:xfrm>
          <a:prstGeom prst="rect">
            <a:avLst/>
          </a:prstGeom>
          <a:noFill/>
          <a:ln/>
        </p:spPr>
        <p:txBody>
          <a:bodyPr wrap="none" lIns="0" tIns="0" rIns="0" bIns="0" rtlCol="0" anchor="t"/>
          <a:lstStyle/>
          <a:p>
            <a:pPr marL="0" indent="0" algn="l">
              <a:lnSpc>
                <a:spcPts val="3150"/>
              </a:lnSpc>
              <a:buNone/>
            </a:pPr>
            <a:r>
              <a:rPr lang="en-US" sz="2500" b="1" dirty="0">
                <a:solidFill>
                  <a:srgbClr val="F2F0F4"/>
                </a:solidFill>
                <a:latin typeface="Montserrat"/>
                <a:ea typeface="Montserrat" pitchFamily="34" charset="-122"/>
                <a:cs typeface="Montserrat" pitchFamily="34" charset="-120"/>
              </a:rPr>
              <a:t>Reading the dataset</a:t>
            </a:r>
            <a:endParaRPr lang="en-US" sz="2500" b="1" dirty="0">
              <a:latin typeface="Montserrat"/>
            </a:endParaRPr>
          </a:p>
        </p:txBody>
      </p:sp>
      <p:sp>
        <p:nvSpPr>
          <p:cNvPr id="3" name="Shape 1"/>
          <p:cNvSpPr/>
          <p:nvPr/>
        </p:nvSpPr>
        <p:spPr>
          <a:xfrm>
            <a:off x="748784" y="1417082"/>
            <a:ext cx="13132832" cy="663059"/>
          </a:xfrm>
          <a:prstGeom prst="roundRect">
            <a:avLst>
              <a:gd name="adj" fmla="val 13552"/>
            </a:avLst>
          </a:prstGeom>
          <a:solidFill>
            <a:srgbClr val="1E0C41"/>
          </a:solidFill>
          <a:ln/>
        </p:spPr>
      </p:sp>
      <p:sp>
        <p:nvSpPr>
          <p:cNvPr id="4" name="Shape 2"/>
          <p:cNvSpPr/>
          <p:nvPr/>
        </p:nvSpPr>
        <p:spPr>
          <a:xfrm>
            <a:off x="738188" y="1417082"/>
            <a:ext cx="13154025" cy="663059"/>
          </a:xfrm>
          <a:prstGeom prst="roundRect">
            <a:avLst>
              <a:gd name="adj" fmla="val 4840"/>
            </a:avLst>
          </a:prstGeom>
          <a:solidFill>
            <a:srgbClr val="1E0C41"/>
          </a:solidFill>
          <a:ln/>
        </p:spPr>
      </p:sp>
      <p:sp>
        <p:nvSpPr>
          <p:cNvPr id="5" name="Text 3"/>
          <p:cNvSpPr/>
          <p:nvPr/>
        </p:nvSpPr>
        <p:spPr>
          <a:xfrm>
            <a:off x="952024" y="1577459"/>
            <a:ext cx="12726352" cy="342305"/>
          </a:xfrm>
          <a:prstGeom prst="rect">
            <a:avLst/>
          </a:prstGeom>
          <a:noFill/>
          <a:ln/>
        </p:spPr>
        <p:txBody>
          <a:bodyPr wrap="none" lIns="0" tIns="0" rIns="0" bIns="0" rtlCol="0" anchor="t"/>
          <a:lstStyle/>
          <a:p>
            <a:pPr marL="0" indent="0" algn="l">
              <a:lnSpc>
                <a:spcPts val="2650"/>
              </a:lnSpc>
              <a:buNone/>
            </a:pPr>
            <a:r>
              <a:rPr lang="en-US" sz="1650" dirty="0">
                <a:solidFill>
                  <a:srgbClr val="DCD7E5"/>
                </a:solidFill>
                <a:highlight>
                  <a:srgbClr val="1E0C41"/>
                </a:highlight>
                <a:latin typeface="Consolas Light" pitchFamily="34" charset="0"/>
                <a:ea typeface="Consolas Light" pitchFamily="34" charset="-122"/>
                <a:cs typeface="Consolas Light" pitchFamily="34" charset="-120"/>
              </a:rPr>
              <a:t>df = pd.read_csv('./dataset/INvideos.csv')</a:t>
            </a:r>
            <a:endParaRPr lang="en-US" sz="1650" dirty="0"/>
          </a:p>
        </p:txBody>
      </p:sp>
      <p:sp>
        <p:nvSpPr>
          <p:cNvPr id="6" name="Text 4"/>
          <p:cNvSpPr/>
          <p:nvPr/>
        </p:nvSpPr>
        <p:spPr>
          <a:xfrm>
            <a:off x="748784" y="2384686"/>
            <a:ext cx="12695617" cy="417331"/>
          </a:xfrm>
          <a:prstGeom prst="rect">
            <a:avLst/>
          </a:prstGeom>
          <a:noFill/>
          <a:ln/>
        </p:spPr>
        <p:txBody>
          <a:bodyPr wrap="none" lIns="0" tIns="0" rIns="0" bIns="0" rtlCol="0" anchor="t"/>
          <a:lstStyle/>
          <a:p>
            <a:pPr marL="0" indent="0" algn="l">
              <a:lnSpc>
                <a:spcPts val="3150"/>
              </a:lnSpc>
              <a:buNone/>
            </a:pPr>
            <a:r>
              <a:rPr lang="en-US" sz="2500" b="1" dirty="0">
                <a:solidFill>
                  <a:srgbClr val="F2F0F4"/>
                </a:solidFill>
                <a:latin typeface="Montserrat"/>
                <a:ea typeface="Montserrat" pitchFamily="34" charset="-122"/>
                <a:cs typeface="Montserrat" pitchFamily="34" charset="-120"/>
              </a:rPr>
              <a:t>Let's get a feel of what our dataset looks like by displaying its first few rows</a:t>
            </a:r>
            <a:endParaRPr lang="en-US" sz="2500" b="1" dirty="0">
              <a:latin typeface="Montserrat"/>
            </a:endParaRPr>
          </a:p>
        </p:txBody>
      </p:sp>
      <p:sp>
        <p:nvSpPr>
          <p:cNvPr id="7" name="Shape 5"/>
          <p:cNvSpPr/>
          <p:nvPr/>
        </p:nvSpPr>
        <p:spPr>
          <a:xfrm flipV="1">
            <a:off x="921289" y="2932246"/>
            <a:ext cx="12960327" cy="693326"/>
          </a:xfrm>
          <a:prstGeom prst="roundRect">
            <a:avLst>
              <a:gd name="adj" fmla="val 13552"/>
            </a:avLst>
          </a:prstGeom>
          <a:solidFill>
            <a:srgbClr val="1E0C41"/>
          </a:solidFill>
          <a:ln/>
        </p:spPr>
      </p:sp>
      <p:sp>
        <p:nvSpPr>
          <p:cNvPr id="9" name="Text 7"/>
          <p:cNvSpPr/>
          <p:nvPr/>
        </p:nvSpPr>
        <p:spPr>
          <a:xfrm>
            <a:off x="921289" y="3283267"/>
            <a:ext cx="12726352" cy="342305"/>
          </a:xfrm>
          <a:prstGeom prst="rect">
            <a:avLst/>
          </a:prstGeom>
          <a:noFill/>
          <a:ln/>
        </p:spPr>
        <p:txBody>
          <a:bodyPr wrap="none" lIns="0" tIns="0" rIns="0" bIns="0" rtlCol="0" anchor="t"/>
          <a:lstStyle/>
          <a:p>
            <a:pPr marL="0" indent="0" algn="l">
              <a:lnSpc>
                <a:spcPts val="2650"/>
              </a:lnSpc>
              <a:buNone/>
            </a:pPr>
            <a:endParaRPr lang="en-US" sz="1650" dirty="0"/>
          </a:p>
        </p:txBody>
      </p:sp>
      <p:pic>
        <p:nvPicPr>
          <p:cNvPr id="10" name="Image 0" descr="preencoded.png"/>
          <p:cNvPicPr>
            <a:picLocks noChangeAspect="1"/>
          </p:cNvPicPr>
          <p:nvPr/>
        </p:nvPicPr>
        <p:blipFill>
          <a:blip r:embed="rId3"/>
          <a:stretch>
            <a:fillRect/>
          </a:stretch>
        </p:blipFill>
        <p:spPr>
          <a:xfrm>
            <a:off x="1113115" y="4229933"/>
            <a:ext cx="5030391" cy="3209211"/>
          </a:xfrm>
          <a:prstGeom prst="rect">
            <a:avLst/>
          </a:prstGeom>
        </p:spPr>
      </p:pic>
      <p:sp>
        <p:nvSpPr>
          <p:cNvPr id="11" name="Text 8"/>
          <p:cNvSpPr/>
          <p:nvPr/>
        </p:nvSpPr>
        <p:spPr>
          <a:xfrm>
            <a:off x="7037546" y="4219099"/>
            <a:ext cx="6851571" cy="342305"/>
          </a:xfrm>
          <a:prstGeom prst="rect">
            <a:avLst/>
          </a:prstGeom>
          <a:noFill/>
          <a:ln/>
        </p:spPr>
        <p:txBody>
          <a:bodyPr wrap="none" lIns="0" tIns="0" rIns="0" bIns="0" rtlCol="0" anchor="t"/>
          <a:lstStyle/>
          <a:p>
            <a:pPr marL="0" indent="0" algn="l">
              <a:lnSpc>
                <a:spcPts val="2650"/>
              </a:lnSpc>
              <a:buNone/>
            </a:pPr>
            <a:endParaRPr lang="en-US" sz="1650" dirty="0"/>
          </a:p>
        </p:txBody>
      </p:sp>
      <p:sp>
        <p:nvSpPr>
          <p:cNvPr id="12" name="TextBox 11">
            <a:extLst>
              <a:ext uri="{FF2B5EF4-FFF2-40B4-BE49-F238E27FC236}">
                <a16:creationId xmlns="" xmlns:a16="http://schemas.microsoft.com/office/drawing/2014/main" id="{150773C9-D74C-A416-7C09-1429EA14119E}"/>
              </a:ext>
            </a:extLst>
          </p:cNvPr>
          <p:cNvSpPr txBox="1"/>
          <p:nvPr/>
        </p:nvSpPr>
        <p:spPr>
          <a:xfrm>
            <a:off x="5878286" y="146957"/>
            <a:ext cx="355962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dirty="0">
                <a:solidFill>
                  <a:srgbClr val="FFFF00"/>
                </a:solidFill>
              </a:rPr>
              <a:t>Code Snippets:</a:t>
            </a:r>
          </a:p>
        </p:txBody>
      </p:sp>
      <p:sp>
        <p:nvSpPr>
          <p:cNvPr id="8" name="TextBox 7">
            <a:extLst>
              <a:ext uri="{FF2B5EF4-FFF2-40B4-BE49-F238E27FC236}">
                <a16:creationId xmlns="" xmlns:a16="http://schemas.microsoft.com/office/drawing/2014/main" id="{735BE12E-C543-C131-000A-8E8DD9B15154}"/>
              </a:ext>
            </a:extLst>
          </p:cNvPr>
          <p:cNvSpPr txBox="1"/>
          <p:nvPr/>
        </p:nvSpPr>
        <p:spPr>
          <a:xfrm>
            <a:off x="1113115" y="3208241"/>
            <a:ext cx="3611285" cy="369332"/>
          </a:xfrm>
          <a:prstGeom prst="rect">
            <a:avLst/>
          </a:prstGeom>
          <a:noFill/>
        </p:spPr>
        <p:txBody>
          <a:bodyPr wrap="square" rtlCol="0">
            <a:spAutoFit/>
          </a:bodyPr>
          <a:lstStyle/>
          <a:p>
            <a:r>
              <a:rPr lang="en-IN" dirty="0"/>
              <a:t>df.head()</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A18C72F3-C15C-5C0F-1ED7-234751AC8E2B}"/>
              </a:ext>
            </a:extLst>
          </p:cNvPr>
          <p:cNvSpPr txBox="1"/>
          <p:nvPr/>
        </p:nvSpPr>
        <p:spPr>
          <a:xfrm>
            <a:off x="792045" y="625614"/>
            <a:ext cx="6157459" cy="2862322"/>
          </a:xfrm>
          <a:prstGeom prst="rect">
            <a:avLst/>
          </a:prstGeom>
          <a:noFill/>
          <a:ln>
            <a:solidFill>
              <a:schemeClr val="accent4">
                <a:lumMod val="60000"/>
                <a:lumOff val="4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solidFill>
                  <a:srgbClr val="FFFF00"/>
                </a:solidFill>
              </a:rPr>
              <a:t>Dataset Collection Year</a:t>
            </a:r>
          </a:p>
          <a:p>
            <a:r>
              <a:rPr lang="en-US" dirty="0">
                <a:solidFill>
                  <a:schemeClr val="accent6">
                    <a:lumMod val="40000"/>
                    <a:lumOff val="60000"/>
                  </a:schemeClr>
                </a:solidFill>
                <a:ea typeface="+mn-lt"/>
                <a:cs typeface="+mn-lt"/>
              </a:rPr>
              <a:t>cdf = df["trending_date"].apply(lambda x: '20' + x[:2]).value_counts().to_frame().reset_index().rename(columns={"index": "year", "trending_date": "No_of_videos"})</a:t>
            </a:r>
            <a:endParaRPr lang="en-US" dirty="0">
              <a:solidFill>
                <a:schemeClr val="accent6">
                  <a:lumMod val="40000"/>
                  <a:lumOff val="60000"/>
                </a:schemeClr>
              </a:solidFill>
            </a:endParaRPr>
          </a:p>
          <a:p>
            <a:endParaRPr lang="en-US" dirty="0">
              <a:solidFill>
                <a:schemeClr val="accent6">
                  <a:lumMod val="40000"/>
                  <a:lumOff val="60000"/>
                </a:schemeClr>
              </a:solidFill>
            </a:endParaRPr>
          </a:p>
          <a:p>
            <a:r>
              <a:rPr lang="en-US" dirty="0">
                <a:solidFill>
                  <a:schemeClr val="accent6">
                    <a:lumMod val="40000"/>
                    <a:lumOff val="60000"/>
                  </a:schemeClr>
                </a:solidFill>
                <a:ea typeface="+mn-lt"/>
                <a:cs typeface="+mn-lt"/>
              </a:rPr>
              <a:t>fig, ax = plt.subplots()</a:t>
            </a:r>
            <a:endParaRPr lang="en-US" dirty="0">
              <a:solidFill>
                <a:schemeClr val="accent6">
                  <a:lumMod val="40000"/>
                  <a:lumOff val="60000"/>
                </a:schemeClr>
              </a:solidFill>
            </a:endParaRPr>
          </a:p>
          <a:p>
            <a:r>
              <a:rPr lang="en-US" dirty="0">
                <a:solidFill>
                  <a:schemeClr val="accent6">
                    <a:lumMod val="40000"/>
                    <a:lumOff val="60000"/>
                  </a:schemeClr>
                </a:solidFill>
                <a:ea typeface="+mn-lt"/>
                <a:cs typeface="+mn-lt"/>
              </a:rPr>
              <a:t>_ = sns.barplot(x="year", y="No_of_videos", data=cdf, </a:t>
            </a:r>
            <a:endParaRPr lang="en-US" dirty="0">
              <a:solidFill>
                <a:schemeClr val="accent6">
                  <a:lumMod val="40000"/>
                  <a:lumOff val="60000"/>
                </a:schemeClr>
              </a:solidFill>
            </a:endParaRPr>
          </a:p>
          <a:p>
            <a:r>
              <a:rPr lang="en-US" dirty="0">
                <a:solidFill>
                  <a:schemeClr val="accent6">
                    <a:lumMod val="40000"/>
                    <a:lumOff val="60000"/>
                  </a:schemeClr>
                </a:solidFill>
                <a:ea typeface="+mn-lt"/>
                <a:cs typeface="+mn-lt"/>
              </a:rPr>
              <a:t>                palette=sns.color_palette(['#ff764a', '#ffa600'], n_colors=7), ax=ax)</a:t>
            </a:r>
            <a:endParaRPr lang="en-US" dirty="0">
              <a:solidFill>
                <a:schemeClr val="accent6">
                  <a:lumMod val="40000"/>
                  <a:lumOff val="60000"/>
                </a:schemeClr>
              </a:solidFill>
            </a:endParaRPr>
          </a:p>
          <a:p>
            <a:r>
              <a:rPr lang="en-US" dirty="0">
                <a:solidFill>
                  <a:schemeClr val="accent6">
                    <a:lumMod val="40000"/>
                    <a:lumOff val="60000"/>
                  </a:schemeClr>
                </a:solidFill>
                <a:ea typeface="+mn-lt"/>
                <a:cs typeface="+mn-lt"/>
              </a:rPr>
              <a:t>_ = ax.set(xlabel="Year", ylabel="No. of videos")</a:t>
            </a:r>
            <a:endParaRPr lang="en-US" dirty="0">
              <a:solidFill>
                <a:schemeClr val="accent6">
                  <a:lumMod val="40000"/>
                  <a:lumOff val="60000"/>
                </a:schemeClr>
              </a:solidFill>
            </a:endParaRPr>
          </a:p>
        </p:txBody>
      </p:sp>
      <p:sp>
        <p:nvSpPr>
          <p:cNvPr id="5" name="TextBox 4">
            <a:extLst>
              <a:ext uri="{FF2B5EF4-FFF2-40B4-BE49-F238E27FC236}">
                <a16:creationId xmlns="" xmlns:a16="http://schemas.microsoft.com/office/drawing/2014/main" id="{36DAD0F6-49F4-A588-13C3-779DE6F34583}"/>
              </a:ext>
            </a:extLst>
          </p:cNvPr>
          <p:cNvSpPr txBox="1"/>
          <p:nvPr/>
        </p:nvSpPr>
        <p:spPr>
          <a:xfrm flipH="1">
            <a:off x="7465459" y="758231"/>
            <a:ext cx="5957814" cy="2585323"/>
          </a:xfrm>
          <a:prstGeom prst="rect">
            <a:avLst/>
          </a:prstGeom>
          <a:noFill/>
          <a:ln>
            <a:solidFill>
              <a:schemeClr val="accent6">
                <a:lumMod val="60000"/>
                <a:lumOff val="4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solidFill>
                  <a:srgbClr val="FFFF00"/>
                </a:solidFill>
              </a:rPr>
              <a:t>Views Histogram</a:t>
            </a:r>
            <a:endParaRPr lang="en-US" dirty="0"/>
          </a:p>
          <a:p>
            <a:r>
              <a:rPr lang="en-US" dirty="0">
                <a:solidFill>
                  <a:schemeClr val="accent6">
                    <a:lumMod val="60000"/>
                    <a:lumOff val="40000"/>
                  </a:schemeClr>
                </a:solidFill>
                <a:ea typeface="+mn-lt"/>
                <a:cs typeface="+mn-lt"/>
              </a:rPr>
              <a:t>fig, ax = plt.subplots()</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_ = sns.distplot(df["views"], kde=False, color=PLOT_COLORS[4], hist_kws={'alpha': 1}, bins=np.linspace(0, 2.3e8, 47), ax=ax)</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_ = ax.set(xlabel="Views", ylabel="No. of videos", xticks=np.arange(0, 2.4e8, 1e7))</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_ = ax.set_xlim(right=2.5e8)</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_ = plt.xticks(rotation=90)</a:t>
            </a:r>
            <a:endParaRPr lang="en-US" dirty="0">
              <a:solidFill>
                <a:schemeClr val="accent6">
                  <a:lumMod val="60000"/>
                  <a:lumOff val="40000"/>
                </a:schemeClr>
              </a:solidFill>
            </a:endParaRPr>
          </a:p>
        </p:txBody>
      </p:sp>
      <p:sp>
        <p:nvSpPr>
          <p:cNvPr id="7" name="TextBox 6">
            <a:extLst>
              <a:ext uri="{FF2B5EF4-FFF2-40B4-BE49-F238E27FC236}">
                <a16:creationId xmlns="" xmlns:a16="http://schemas.microsoft.com/office/drawing/2014/main" id="{689D703F-899D-E2C9-5103-1D02A4EB5EF2}"/>
              </a:ext>
            </a:extLst>
          </p:cNvPr>
          <p:cNvSpPr txBox="1"/>
          <p:nvPr/>
        </p:nvSpPr>
        <p:spPr>
          <a:xfrm flipH="1">
            <a:off x="1089710" y="4440881"/>
            <a:ext cx="5556982" cy="2308324"/>
          </a:xfrm>
          <a:prstGeom prst="rect">
            <a:avLst/>
          </a:prstGeom>
          <a:noFill/>
          <a:ln>
            <a:solidFill>
              <a:schemeClr val="accent6">
                <a:lumMod val="60000"/>
                <a:lumOff val="4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solidFill>
                  <a:srgbClr val="FFFF00"/>
                </a:solidFill>
              </a:rPr>
              <a:t>Likes Histogram</a:t>
            </a:r>
            <a:endParaRPr lang="en-US" dirty="0"/>
          </a:p>
          <a:p>
            <a:r>
              <a:rPr lang="en-US" dirty="0">
                <a:solidFill>
                  <a:schemeClr val="accent6">
                    <a:lumMod val="60000"/>
                    <a:lumOff val="40000"/>
                  </a:schemeClr>
                </a:solidFill>
                <a:ea typeface="+mn-lt"/>
                <a:cs typeface="+mn-lt"/>
              </a:rPr>
              <a:t>plt.rc('figure.subplot', wspace=0.9)</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fig, ax = plt.subplots()</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_ = sns.distplot(df["likes"], kde=False, </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                 color=PLOT_COLORS[4], hist_kws={'alpha': 1}, </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                 bins=np.linspace(0, 6e6, 61), ax=ax)</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_ = ax.set(xlabel="Likes", ylabel="No. of videos")</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_ = plt.xticks(rotation=90)</a:t>
            </a:r>
            <a:endParaRPr lang="en-US" dirty="0">
              <a:solidFill>
                <a:schemeClr val="accent6">
                  <a:lumMod val="60000"/>
                  <a:lumOff val="40000"/>
                </a:schemeClr>
              </a:solidFill>
            </a:endParaRPr>
          </a:p>
        </p:txBody>
      </p:sp>
      <p:sp>
        <p:nvSpPr>
          <p:cNvPr id="9" name="TextBox 8">
            <a:extLst>
              <a:ext uri="{FF2B5EF4-FFF2-40B4-BE49-F238E27FC236}">
                <a16:creationId xmlns="" xmlns:a16="http://schemas.microsoft.com/office/drawing/2014/main" id="{6B8501BB-1F9B-3E56-3D96-AD91EF2870AB}"/>
              </a:ext>
            </a:extLst>
          </p:cNvPr>
          <p:cNvSpPr txBox="1"/>
          <p:nvPr/>
        </p:nvSpPr>
        <p:spPr>
          <a:xfrm>
            <a:off x="7649373" y="4441945"/>
            <a:ext cx="5967559" cy="1754326"/>
          </a:xfrm>
          <a:prstGeom prst="rect">
            <a:avLst/>
          </a:prstGeom>
          <a:noFill/>
          <a:ln>
            <a:solidFill>
              <a:schemeClr val="accent6">
                <a:lumMod val="60000"/>
                <a:lumOff val="4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solidFill>
                  <a:srgbClr val="FFFF00"/>
                </a:solidFill>
              </a:rPr>
              <a:t>Comment Count Histogram</a:t>
            </a:r>
            <a:endParaRPr lang="en-US" dirty="0"/>
          </a:p>
          <a:p>
            <a:r>
              <a:rPr lang="en-US" dirty="0">
                <a:solidFill>
                  <a:schemeClr val="accent6">
                    <a:lumMod val="60000"/>
                    <a:lumOff val="40000"/>
                  </a:schemeClr>
                </a:solidFill>
                <a:ea typeface="+mn-lt"/>
                <a:cs typeface="+mn-lt"/>
              </a:rPr>
              <a:t>fig, ax = plt.subplots()</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_ = sns.distplot(df["comment_count"], kde=False, rug=False, </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                 color=PLOT_COLORS[4], hist_kws={'alpha': 1}, ax=ax)</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_ = ax.set(xlabel="Comment Count", ylabel="No. of videos")</a:t>
            </a:r>
            <a:endParaRPr lang="en-US" dirty="0">
              <a:solidFill>
                <a:schemeClr val="accent6">
                  <a:lumMod val="60000"/>
                  <a:lumOff val="40000"/>
                </a:schemeClr>
              </a:solidFill>
            </a:endParaRPr>
          </a:p>
        </p:txBody>
      </p:sp>
    </p:spTree>
    <p:extLst>
      <p:ext uri="{BB962C8B-B14F-4D97-AF65-F5344CB8AC3E}">
        <p14:creationId xmlns="" xmlns:p14="http://schemas.microsoft.com/office/powerpoint/2010/main" val="355048109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01B62548-7B27-5908-3AB0-7283BA3C1B7F}"/>
              </a:ext>
            </a:extLst>
          </p:cNvPr>
          <p:cNvSpPr txBox="1"/>
          <p:nvPr/>
        </p:nvSpPr>
        <p:spPr>
          <a:xfrm>
            <a:off x="866517" y="202124"/>
            <a:ext cx="6037544" cy="3416320"/>
          </a:xfrm>
          <a:prstGeom prst="rect">
            <a:avLst/>
          </a:prstGeom>
          <a:noFill/>
          <a:ln>
            <a:solidFill>
              <a:schemeClr val="accent6">
                <a:lumMod val="60000"/>
                <a:lumOff val="4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solidFill>
                  <a:srgbClr val="FFFF00"/>
                </a:solidFill>
              </a:rPr>
              <a:t>Publishing Time</a:t>
            </a:r>
            <a:endParaRPr lang="en-US" dirty="0"/>
          </a:p>
          <a:p>
            <a:r>
              <a:rPr lang="en-US" dirty="0">
                <a:solidFill>
                  <a:schemeClr val="accent6">
                    <a:lumMod val="60000"/>
                    <a:lumOff val="40000"/>
                  </a:schemeClr>
                </a:solidFill>
                <a:ea typeface="+mn-lt"/>
                <a:cs typeface="+mn-lt"/>
              </a:rPr>
              <a:t>cdf = df["publishing_day"].value_counts()\</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        .to_frame().reset_index().rename(columns={"index": "publishing_day", "publishing_day": "No_of_videos"})</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fig, ax = plt.subplots()</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_ = sns.barplot(x="publishing_day", y="No_of_videos", data=cdf, </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                palette=sns.color_palette(['#003f5c', '#374c80', '#7a5195', </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                                           '#bc5090', '#ef5675', '#ff764a', '#ffa600'], n_colors=7), ax=ax)</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_ = ax.set(xlabel="Publishing Day", ylabel="No. of videos")</a:t>
            </a:r>
            <a:endParaRPr lang="en-US" dirty="0">
              <a:solidFill>
                <a:schemeClr val="accent6">
                  <a:lumMod val="60000"/>
                  <a:lumOff val="40000"/>
                </a:schemeClr>
              </a:solidFill>
            </a:endParaRPr>
          </a:p>
        </p:txBody>
      </p:sp>
      <p:sp>
        <p:nvSpPr>
          <p:cNvPr id="4" name="TextBox 3">
            <a:extLst>
              <a:ext uri="{FF2B5EF4-FFF2-40B4-BE49-F238E27FC236}">
                <a16:creationId xmlns="" xmlns:a16="http://schemas.microsoft.com/office/drawing/2014/main" id="{F4F561E6-AFB5-6CE0-0E7D-D1429B4CAF82}"/>
              </a:ext>
            </a:extLst>
          </p:cNvPr>
          <p:cNvSpPr txBox="1"/>
          <p:nvPr/>
        </p:nvSpPr>
        <p:spPr>
          <a:xfrm>
            <a:off x="7309887" y="480776"/>
            <a:ext cx="6588689" cy="2862322"/>
          </a:xfrm>
          <a:prstGeom prst="rect">
            <a:avLst/>
          </a:prstGeom>
          <a:noFill/>
          <a:ln>
            <a:solidFill>
              <a:schemeClr val="accent6">
                <a:lumMod val="60000"/>
                <a:lumOff val="4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rgbClr val="FFFF00"/>
                </a:solidFill>
              </a:rPr>
              <a:t>Largest Number of Trending Videos</a:t>
            </a:r>
            <a:endParaRPr lang="en-US" dirty="0"/>
          </a:p>
          <a:p>
            <a:r>
              <a:rPr lang="en-US" dirty="0">
                <a:solidFill>
                  <a:schemeClr val="accent6">
                    <a:lumMod val="60000"/>
                    <a:lumOff val="40000"/>
                  </a:schemeClr>
                </a:solidFill>
                <a:ea typeface="+mn-lt"/>
                <a:cs typeface="+mn-lt"/>
              </a:rPr>
              <a:t>cdf = df["category_name"].value_counts().to_frame().reset_index()</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cdf.rename(columns={"index": "category_name", "category_name": "No_of_videos"}, inplace=True)</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fig, ax = plt.subplots()</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_ = sns.barplot(x="category_name", y="No_of_videos", data=cdf, </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                palette=sns.cubehelix_palette(n_colors=16, reverse=True), ax=ax)</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_ = ax.set_xticklabels(ax.get_xticklabels(), rotation=90)</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_ = ax.set(xlabel="Category", ylabel="No. of videos")</a:t>
            </a:r>
            <a:endParaRPr lang="en-US" dirty="0">
              <a:solidFill>
                <a:schemeClr val="accent6">
                  <a:lumMod val="60000"/>
                  <a:lumOff val="40000"/>
                </a:schemeClr>
              </a:solidFill>
            </a:endParaRPr>
          </a:p>
        </p:txBody>
      </p:sp>
      <p:sp>
        <p:nvSpPr>
          <p:cNvPr id="5" name="TextBox 4">
            <a:extLst>
              <a:ext uri="{FF2B5EF4-FFF2-40B4-BE49-F238E27FC236}">
                <a16:creationId xmlns="" xmlns:a16="http://schemas.microsoft.com/office/drawing/2014/main" id="{E4D5F818-2D38-F2AC-B163-6B84994A13E4}"/>
              </a:ext>
            </a:extLst>
          </p:cNvPr>
          <p:cNvSpPr txBox="1"/>
          <p:nvPr/>
        </p:nvSpPr>
        <p:spPr>
          <a:xfrm>
            <a:off x="733092" y="3936843"/>
            <a:ext cx="7164887" cy="3970318"/>
          </a:xfrm>
          <a:prstGeom prst="rect">
            <a:avLst/>
          </a:prstGeom>
          <a:noFill/>
          <a:ln>
            <a:solidFill>
              <a:schemeClr val="accent6">
                <a:lumMod val="60000"/>
                <a:lumOff val="4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rgbClr val="FFFF00"/>
                </a:solidFill>
              </a:rPr>
              <a:t>Capitalized Words</a:t>
            </a:r>
            <a:endParaRPr lang="en-US" dirty="0"/>
          </a:p>
          <a:p>
            <a:r>
              <a:rPr lang="en-US" dirty="0">
                <a:solidFill>
                  <a:schemeClr val="accent6">
                    <a:lumMod val="60000"/>
                    <a:lumOff val="40000"/>
                  </a:schemeClr>
                </a:solidFill>
                <a:ea typeface="+mn-lt"/>
                <a:cs typeface="+mn-lt"/>
              </a:rPr>
              <a:t>def contains_capitalized_word(s):</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    for w in s.split():</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        if w.isupper():</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            return True</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    return False</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df["contains_capitalized"] = df["title"].apply(contains_capitalized_word)</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value_counts = df["contains_capitalized"].value_counts().to_dict()</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fig, ax = plt.subplots()</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_ = ax.pie([value_counts[False], value_counts[True]], labels=['No', 'Yes'], </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           colors=[PLOT_COLORS[4], '#ffa600'], textprops={'color': '#040204'}, startangle=45)</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_ = ax.axis('equal')</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_ = ax.set_title('Capitalized Word?')</a:t>
            </a:r>
            <a:endParaRPr lang="en-US" dirty="0">
              <a:solidFill>
                <a:schemeClr val="accent6">
                  <a:lumMod val="60000"/>
                  <a:lumOff val="40000"/>
                </a:schemeClr>
              </a:solidFill>
            </a:endParaRPr>
          </a:p>
        </p:txBody>
      </p:sp>
      <p:sp>
        <p:nvSpPr>
          <p:cNvPr id="6" name="TextBox 5">
            <a:extLst>
              <a:ext uri="{FF2B5EF4-FFF2-40B4-BE49-F238E27FC236}">
                <a16:creationId xmlns="" xmlns:a16="http://schemas.microsoft.com/office/drawing/2014/main" id="{AE5E4D09-C4A8-6E13-A71B-C31A073445D3}"/>
              </a:ext>
            </a:extLst>
          </p:cNvPr>
          <p:cNvSpPr txBox="1"/>
          <p:nvPr/>
        </p:nvSpPr>
        <p:spPr>
          <a:xfrm>
            <a:off x="8462793" y="3940007"/>
            <a:ext cx="5148197" cy="2308324"/>
          </a:xfrm>
          <a:prstGeom prst="rect">
            <a:avLst/>
          </a:prstGeom>
          <a:noFill/>
          <a:ln>
            <a:solidFill>
              <a:schemeClr val="accent6">
                <a:lumMod val="60000"/>
                <a:lumOff val="4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rgbClr val="FFFF00"/>
                </a:solidFill>
              </a:rPr>
              <a:t>Corrrelation</a:t>
            </a:r>
          </a:p>
          <a:p>
            <a:r>
              <a:rPr lang="en-US" dirty="0">
                <a:solidFill>
                  <a:schemeClr val="accent6">
                    <a:lumMod val="60000"/>
                    <a:lumOff val="40000"/>
                  </a:schemeClr>
                </a:solidFill>
                <a:ea typeface="+mn-lt"/>
                <a:cs typeface="+mn-lt"/>
              </a:rPr>
              <a:t>h_labels = [x.replace('_', ' ').title() for x in </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list(df.select_dtypes(include=['number', 'bool']).columns.values)]</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fig, ax = plt.subplots(figsize=(10,6))</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_ = sns.heatmap(df.corr(), annot=True, xticklabels=h_labels, yticklabels=h_labels, cmap=sns.cubehelix_palette(as_cmap=True), ax=ax</a:t>
            </a:r>
            <a:r>
              <a:rPr lang="en-US" dirty="0">
                <a:ea typeface="+mn-lt"/>
                <a:cs typeface="+mn-lt"/>
              </a:rPr>
              <a:t>)</a:t>
            </a:r>
            <a:endParaRPr lang="en-US" dirty="0"/>
          </a:p>
        </p:txBody>
      </p:sp>
    </p:spTree>
    <p:extLst>
      <p:ext uri="{BB962C8B-B14F-4D97-AF65-F5344CB8AC3E}">
        <p14:creationId xmlns="" xmlns:p14="http://schemas.microsoft.com/office/powerpoint/2010/main" val="39845382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BC6505B7-F619-4F23-82CA-F32ACA6E4B09}"/>
              </a:ext>
            </a:extLst>
          </p:cNvPr>
          <p:cNvSpPr txBox="1"/>
          <p:nvPr/>
        </p:nvSpPr>
        <p:spPr>
          <a:xfrm>
            <a:off x="1429675" y="1231439"/>
            <a:ext cx="4847572" cy="1754326"/>
          </a:xfrm>
          <a:prstGeom prst="rect">
            <a:avLst/>
          </a:prstGeom>
          <a:noFill/>
          <a:ln>
            <a:solidFill>
              <a:schemeClr val="accent6">
                <a:lumMod val="60000"/>
                <a:lumOff val="4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FF00"/>
                </a:solidFill>
              </a:rPr>
              <a:t>Views Title Lengths</a:t>
            </a:r>
          </a:p>
          <a:p>
            <a:r>
              <a:rPr lang="en-US" dirty="0">
                <a:solidFill>
                  <a:schemeClr val="accent6">
                    <a:lumMod val="60000"/>
                    <a:lumOff val="40000"/>
                  </a:schemeClr>
                </a:solidFill>
                <a:ea typeface="+mn-lt"/>
                <a:cs typeface="+mn-lt"/>
              </a:rPr>
              <a:t>fig, ax = plt.subplots()</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_ = ax.scatter(x=df['views'], y=df['title_length'], color=PLOT_COLORS[2], edgecolors="#000000", linewidths=0.5)</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_ = ax.set(xlabel="Views", ylabel="Title Length")</a:t>
            </a:r>
            <a:endParaRPr lang="en-US" dirty="0">
              <a:solidFill>
                <a:schemeClr val="accent6">
                  <a:lumMod val="60000"/>
                  <a:lumOff val="40000"/>
                </a:schemeClr>
              </a:solidFill>
            </a:endParaRPr>
          </a:p>
        </p:txBody>
      </p:sp>
      <p:sp>
        <p:nvSpPr>
          <p:cNvPr id="4" name="TextBox 3">
            <a:extLst>
              <a:ext uri="{FF2B5EF4-FFF2-40B4-BE49-F238E27FC236}">
                <a16:creationId xmlns="" xmlns:a16="http://schemas.microsoft.com/office/drawing/2014/main" id="{FA2A6C32-A822-5DF8-35DA-FF0DB1A469C3}"/>
              </a:ext>
            </a:extLst>
          </p:cNvPr>
          <p:cNvSpPr txBox="1"/>
          <p:nvPr/>
        </p:nvSpPr>
        <p:spPr>
          <a:xfrm>
            <a:off x="7056461" y="668068"/>
            <a:ext cx="7014575" cy="2308324"/>
          </a:xfrm>
          <a:prstGeom prst="rect">
            <a:avLst/>
          </a:prstGeom>
          <a:noFill/>
          <a:ln>
            <a:solidFill>
              <a:schemeClr val="accent6">
                <a:lumMod val="60000"/>
                <a:lumOff val="4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FF00"/>
                </a:solidFill>
              </a:rPr>
              <a:t>Publishing Hour</a:t>
            </a:r>
          </a:p>
          <a:p>
            <a:r>
              <a:rPr lang="en-US" dirty="0">
                <a:solidFill>
                  <a:schemeClr val="accent6">
                    <a:lumMod val="60000"/>
                    <a:lumOff val="40000"/>
                  </a:schemeClr>
                </a:solidFill>
                <a:ea typeface="+mn-lt"/>
                <a:cs typeface="+mn-lt"/>
              </a:rPr>
              <a:t>cdf = df["publishing_hour"].value_counts().to_frame().reset_index()\</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        .rename(columns={"index": "publishing_hour", "publishing_hour": "No_of_videos"})</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fig, ax = plt.subplots()</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_ = sns.barplot(x="publishing_hour", y="No_of_videos", data=cdf, </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                palette=sns.cubehelix_palette(n_colors=24), ax=ax)</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_ = ax.set(xlabel="Publishing Hour", ylabel="No. of videos")</a:t>
            </a:r>
            <a:endParaRPr lang="en-US" dirty="0">
              <a:solidFill>
                <a:schemeClr val="accent6">
                  <a:lumMod val="60000"/>
                  <a:lumOff val="40000"/>
                </a:schemeClr>
              </a:solidFill>
            </a:endParaRPr>
          </a:p>
        </p:txBody>
      </p:sp>
      <p:sp>
        <p:nvSpPr>
          <p:cNvPr id="5" name="TextBox 4">
            <a:extLst>
              <a:ext uri="{FF2B5EF4-FFF2-40B4-BE49-F238E27FC236}">
                <a16:creationId xmlns="" xmlns:a16="http://schemas.microsoft.com/office/drawing/2014/main" id="{17D6794E-D50E-FA07-30D9-2F8560A6FBE1}"/>
              </a:ext>
            </a:extLst>
          </p:cNvPr>
          <p:cNvSpPr txBox="1"/>
          <p:nvPr/>
        </p:nvSpPr>
        <p:spPr>
          <a:xfrm>
            <a:off x="757459" y="3720610"/>
            <a:ext cx="5724393" cy="2031325"/>
          </a:xfrm>
          <a:prstGeom prst="rect">
            <a:avLst/>
          </a:prstGeom>
          <a:noFill/>
          <a:ln>
            <a:solidFill>
              <a:schemeClr val="accent6">
                <a:lumMod val="60000"/>
                <a:lumOff val="4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FF00"/>
                </a:solidFill>
              </a:rPr>
              <a:t>Word Cloud</a:t>
            </a:r>
          </a:p>
          <a:p>
            <a:r>
              <a:rPr lang="en-US" dirty="0">
                <a:solidFill>
                  <a:schemeClr val="accent6">
                    <a:lumMod val="60000"/>
                    <a:lumOff val="40000"/>
                  </a:schemeClr>
                </a:solidFill>
                <a:ea typeface="+mn-lt"/>
                <a:cs typeface="+mn-lt"/>
              </a:rPr>
              <a:t>wc = wordcloud.WordCloud(width=1200, height=500, </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  collocations=False, background_color="white", </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  colormap="tab20b").generate(" ".join(title_words))</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plt.figure(figsize=(15,10))</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plt.imshow(wc, interpolation='bilinear')</a:t>
            </a:r>
            <a:endParaRPr lang="en-US" dirty="0">
              <a:solidFill>
                <a:schemeClr val="accent6">
                  <a:lumMod val="60000"/>
                  <a:lumOff val="40000"/>
                </a:schemeClr>
              </a:solidFill>
            </a:endParaRPr>
          </a:p>
          <a:p>
            <a:r>
              <a:rPr lang="en-US" dirty="0">
                <a:solidFill>
                  <a:schemeClr val="accent6">
                    <a:lumMod val="60000"/>
                    <a:lumOff val="40000"/>
                  </a:schemeClr>
                </a:solidFill>
                <a:ea typeface="+mn-lt"/>
                <a:cs typeface="+mn-lt"/>
              </a:rPr>
              <a:t>_ = plt.axis("off")</a:t>
            </a:r>
            <a:endParaRPr lang="en-US" dirty="0">
              <a:solidFill>
                <a:schemeClr val="accent6">
                  <a:lumMod val="60000"/>
                  <a:lumOff val="40000"/>
                </a:schemeClr>
              </a:solidFill>
            </a:endParaRPr>
          </a:p>
        </p:txBody>
      </p:sp>
      <p:sp>
        <p:nvSpPr>
          <p:cNvPr id="6" name="TextBox 5">
            <a:extLst>
              <a:ext uri="{FF2B5EF4-FFF2-40B4-BE49-F238E27FC236}">
                <a16:creationId xmlns="" xmlns:a16="http://schemas.microsoft.com/office/drawing/2014/main" id="{D387BA4F-9617-F0D3-D10E-A7B08B9B5EA6}"/>
              </a:ext>
            </a:extLst>
          </p:cNvPr>
          <p:cNvSpPr txBox="1"/>
          <p:nvPr/>
        </p:nvSpPr>
        <p:spPr>
          <a:xfrm>
            <a:off x="6799996" y="3712657"/>
            <a:ext cx="7265095" cy="3754874"/>
          </a:xfrm>
          <a:prstGeom prst="rect">
            <a:avLst/>
          </a:prstGeom>
          <a:noFill/>
          <a:ln>
            <a:solidFill>
              <a:schemeClr val="accent6">
                <a:lumMod val="60000"/>
                <a:lumOff val="4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rgbClr val="FFFF00"/>
                </a:solidFill>
              </a:rPr>
              <a:t>Largest number of trending videos</a:t>
            </a:r>
          </a:p>
          <a:p>
            <a:r>
              <a:rPr lang="en-US" sz="2000" dirty="0">
                <a:solidFill>
                  <a:schemeClr val="accent6">
                    <a:lumMod val="60000"/>
                    <a:lumOff val="40000"/>
                  </a:schemeClr>
                </a:solidFill>
                <a:ea typeface="+mn-lt"/>
                <a:cs typeface="+mn-lt"/>
              </a:rPr>
              <a:t>cdf = df.groupby("channel_title").size().reset_index(name="video_count") \</a:t>
            </a:r>
            <a:endParaRPr lang="en-US" dirty="0">
              <a:solidFill>
                <a:schemeClr val="accent6">
                  <a:lumMod val="60000"/>
                  <a:lumOff val="40000"/>
                </a:schemeClr>
              </a:solidFill>
            </a:endParaRPr>
          </a:p>
          <a:p>
            <a:r>
              <a:rPr lang="en-US" sz="2000" dirty="0">
                <a:solidFill>
                  <a:schemeClr val="accent6">
                    <a:lumMod val="60000"/>
                    <a:lumOff val="40000"/>
                  </a:schemeClr>
                </a:solidFill>
                <a:ea typeface="+mn-lt"/>
                <a:cs typeface="+mn-lt"/>
              </a:rPr>
              <a:t>    .sort_values("video_count", ascending=False).head(20)</a:t>
            </a:r>
            <a:endParaRPr lang="en-US" dirty="0">
              <a:solidFill>
                <a:schemeClr val="accent6">
                  <a:lumMod val="60000"/>
                  <a:lumOff val="40000"/>
                </a:schemeClr>
              </a:solidFill>
            </a:endParaRPr>
          </a:p>
          <a:p>
            <a:endParaRPr lang="en-US" dirty="0">
              <a:solidFill>
                <a:schemeClr val="accent6">
                  <a:lumMod val="60000"/>
                  <a:lumOff val="40000"/>
                </a:schemeClr>
              </a:solidFill>
            </a:endParaRPr>
          </a:p>
          <a:p>
            <a:r>
              <a:rPr lang="en-US" sz="2000" dirty="0">
                <a:solidFill>
                  <a:schemeClr val="accent6">
                    <a:lumMod val="60000"/>
                    <a:lumOff val="40000"/>
                  </a:schemeClr>
                </a:solidFill>
                <a:ea typeface="+mn-lt"/>
                <a:cs typeface="+mn-lt"/>
              </a:rPr>
              <a:t>fig, ax = plt.subplots(figsize=(8,8))</a:t>
            </a:r>
            <a:endParaRPr lang="en-US" dirty="0">
              <a:solidFill>
                <a:schemeClr val="accent6">
                  <a:lumMod val="60000"/>
                  <a:lumOff val="40000"/>
                </a:schemeClr>
              </a:solidFill>
            </a:endParaRPr>
          </a:p>
          <a:p>
            <a:r>
              <a:rPr lang="en-US" sz="2000" dirty="0">
                <a:solidFill>
                  <a:schemeClr val="accent6">
                    <a:lumMod val="60000"/>
                    <a:lumOff val="40000"/>
                  </a:schemeClr>
                </a:solidFill>
                <a:ea typeface="+mn-lt"/>
                <a:cs typeface="+mn-lt"/>
              </a:rPr>
              <a:t>_ = sns.barplot(x="video_count", y="channel_title", data=cdf,</a:t>
            </a:r>
            <a:endParaRPr lang="en-US" dirty="0">
              <a:solidFill>
                <a:schemeClr val="accent6">
                  <a:lumMod val="60000"/>
                  <a:lumOff val="40000"/>
                </a:schemeClr>
              </a:solidFill>
            </a:endParaRPr>
          </a:p>
          <a:p>
            <a:r>
              <a:rPr lang="en-US" sz="2000" dirty="0">
                <a:solidFill>
                  <a:schemeClr val="accent6">
                    <a:lumMod val="60000"/>
                    <a:lumOff val="40000"/>
                  </a:schemeClr>
                </a:solidFill>
                <a:ea typeface="+mn-lt"/>
                <a:cs typeface="+mn-lt"/>
              </a:rPr>
              <a:t>                palette=sns.cubehelix_palette(n_colors=20, reverse=True), ax=ax)</a:t>
            </a:r>
            <a:endParaRPr lang="en-US" dirty="0">
              <a:solidFill>
                <a:schemeClr val="accent6">
                  <a:lumMod val="60000"/>
                  <a:lumOff val="40000"/>
                </a:schemeClr>
              </a:solidFill>
            </a:endParaRPr>
          </a:p>
          <a:p>
            <a:r>
              <a:rPr lang="en-US" sz="2000" dirty="0">
                <a:solidFill>
                  <a:schemeClr val="accent6">
                    <a:lumMod val="60000"/>
                    <a:lumOff val="40000"/>
                  </a:schemeClr>
                </a:solidFill>
                <a:ea typeface="+mn-lt"/>
                <a:cs typeface="+mn-lt"/>
              </a:rPr>
              <a:t>_ = ax.set(xlabel="No. of videos", ylabel="Channel")</a:t>
            </a:r>
            <a:endParaRPr lang="en-US" dirty="0">
              <a:solidFill>
                <a:schemeClr val="accent6">
                  <a:lumMod val="60000"/>
                  <a:lumOff val="40000"/>
                </a:schemeClr>
              </a:solidFill>
            </a:endParaRPr>
          </a:p>
          <a:p>
            <a:endParaRPr lang="en-US" sz="2000" b="1" dirty="0"/>
          </a:p>
        </p:txBody>
      </p:sp>
    </p:spTree>
    <p:extLst>
      <p:ext uri="{BB962C8B-B14F-4D97-AF65-F5344CB8AC3E}">
        <p14:creationId xmlns="" xmlns:p14="http://schemas.microsoft.com/office/powerpoint/2010/main" val="310467190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09337" y="322183"/>
            <a:ext cx="2924413" cy="365522"/>
          </a:xfrm>
          <a:prstGeom prst="rect">
            <a:avLst/>
          </a:prstGeom>
          <a:noFill/>
          <a:ln/>
        </p:spPr>
        <p:txBody>
          <a:bodyPr wrap="none" lIns="0" tIns="0" rIns="0" bIns="0" rtlCol="0" anchor="t"/>
          <a:lstStyle/>
          <a:p>
            <a:pPr marL="0" indent="0" algn="l">
              <a:lnSpc>
                <a:spcPts val="2850"/>
              </a:lnSpc>
              <a:buNone/>
            </a:pPr>
            <a:endParaRPr lang="en-US" sz="2300" dirty="0"/>
          </a:p>
        </p:txBody>
      </p:sp>
      <p:sp>
        <p:nvSpPr>
          <p:cNvPr id="3" name="Text 1"/>
          <p:cNvSpPr/>
          <p:nvPr/>
        </p:nvSpPr>
        <p:spPr>
          <a:xfrm>
            <a:off x="409337" y="980003"/>
            <a:ext cx="1462207" cy="182761"/>
          </a:xfrm>
          <a:prstGeom prst="rect">
            <a:avLst/>
          </a:prstGeom>
          <a:noFill/>
          <a:ln/>
        </p:spPr>
        <p:txBody>
          <a:bodyPr wrap="none" lIns="0" tIns="0" rIns="0" bIns="0" rtlCol="0" anchor="t"/>
          <a:lstStyle/>
          <a:p>
            <a:pPr marL="0" indent="0" algn="l">
              <a:lnSpc>
                <a:spcPts val="1400"/>
              </a:lnSpc>
              <a:buNone/>
            </a:pPr>
            <a:endParaRPr lang="en-US" sz="1150" dirty="0"/>
          </a:p>
        </p:txBody>
      </p:sp>
      <p:pic>
        <p:nvPicPr>
          <p:cNvPr id="4" name="Image 0" descr="preencoded.png"/>
          <p:cNvPicPr>
            <a:picLocks noChangeAspect="1"/>
          </p:cNvPicPr>
          <p:nvPr/>
        </p:nvPicPr>
        <p:blipFill>
          <a:blip r:embed="rId3"/>
          <a:stretch>
            <a:fillRect/>
          </a:stretch>
        </p:blipFill>
        <p:spPr>
          <a:xfrm>
            <a:off x="1347065" y="975609"/>
            <a:ext cx="4162068" cy="2601278"/>
          </a:xfrm>
          <a:prstGeom prst="rect">
            <a:avLst/>
          </a:prstGeom>
        </p:spPr>
      </p:pic>
      <p:sp>
        <p:nvSpPr>
          <p:cNvPr id="5" name="Text 2"/>
          <p:cNvSpPr/>
          <p:nvPr/>
        </p:nvSpPr>
        <p:spPr>
          <a:xfrm>
            <a:off x="7465457" y="980003"/>
            <a:ext cx="1462207" cy="182761"/>
          </a:xfrm>
          <a:prstGeom prst="rect">
            <a:avLst/>
          </a:prstGeom>
          <a:noFill/>
          <a:ln/>
        </p:spPr>
        <p:txBody>
          <a:bodyPr wrap="none" lIns="0" tIns="0" rIns="0" bIns="0" rtlCol="0" anchor="t"/>
          <a:lstStyle/>
          <a:p>
            <a:pPr marL="0" indent="0" algn="l">
              <a:lnSpc>
                <a:spcPts val="1400"/>
              </a:lnSpc>
              <a:buNone/>
            </a:pPr>
            <a:endParaRPr lang="en-US" sz="1150" dirty="0"/>
          </a:p>
        </p:txBody>
      </p:sp>
      <p:pic>
        <p:nvPicPr>
          <p:cNvPr id="6" name="Image 1" descr="preencoded.png"/>
          <p:cNvPicPr>
            <a:picLocks noChangeAspect="1"/>
          </p:cNvPicPr>
          <p:nvPr/>
        </p:nvPicPr>
        <p:blipFill>
          <a:blip r:embed="rId4"/>
          <a:stretch>
            <a:fillRect/>
          </a:stretch>
        </p:blipFill>
        <p:spPr>
          <a:xfrm>
            <a:off x="5886440" y="975609"/>
            <a:ext cx="3901916" cy="2601278"/>
          </a:xfrm>
          <a:prstGeom prst="rect">
            <a:avLst/>
          </a:prstGeom>
        </p:spPr>
      </p:pic>
      <p:sp>
        <p:nvSpPr>
          <p:cNvPr id="7" name="Text 3"/>
          <p:cNvSpPr/>
          <p:nvPr/>
        </p:nvSpPr>
        <p:spPr>
          <a:xfrm>
            <a:off x="7465457" y="4027170"/>
            <a:ext cx="6763226" cy="187047"/>
          </a:xfrm>
          <a:prstGeom prst="rect">
            <a:avLst/>
          </a:prstGeom>
          <a:noFill/>
          <a:ln/>
        </p:spPr>
        <p:txBody>
          <a:bodyPr wrap="none" lIns="0" tIns="0" rIns="0" bIns="0" rtlCol="0" anchor="t"/>
          <a:lstStyle/>
          <a:p>
            <a:pPr marL="0" indent="0" algn="l">
              <a:lnSpc>
                <a:spcPts val="1450"/>
              </a:lnSpc>
              <a:buNone/>
            </a:pPr>
            <a:endParaRPr lang="en-US" sz="900" dirty="0"/>
          </a:p>
        </p:txBody>
      </p:sp>
      <p:sp>
        <p:nvSpPr>
          <p:cNvPr id="8" name="Text 4"/>
          <p:cNvSpPr/>
          <p:nvPr/>
        </p:nvSpPr>
        <p:spPr>
          <a:xfrm>
            <a:off x="409337" y="4567952"/>
            <a:ext cx="1462207" cy="182761"/>
          </a:xfrm>
          <a:prstGeom prst="rect">
            <a:avLst/>
          </a:prstGeom>
          <a:noFill/>
          <a:ln/>
        </p:spPr>
        <p:txBody>
          <a:bodyPr wrap="none" lIns="0" tIns="0" rIns="0" bIns="0" rtlCol="0" anchor="t"/>
          <a:lstStyle/>
          <a:p>
            <a:pPr marL="0" indent="0" algn="l">
              <a:lnSpc>
                <a:spcPts val="1400"/>
              </a:lnSpc>
              <a:buNone/>
            </a:pPr>
            <a:endParaRPr lang="en-US" sz="1150" dirty="0"/>
          </a:p>
        </p:txBody>
      </p:sp>
      <p:pic>
        <p:nvPicPr>
          <p:cNvPr id="9" name="Image 2" descr="preencoded.png"/>
          <p:cNvPicPr>
            <a:picLocks noChangeAspect="1"/>
          </p:cNvPicPr>
          <p:nvPr/>
        </p:nvPicPr>
        <p:blipFill>
          <a:blip r:embed="rId5"/>
          <a:stretch>
            <a:fillRect/>
          </a:stretch>
        </p:blipFill>
        <p:spPr>
          <a:xfrm>
            <a:off x="10101282" y="975609"/>
            <a:ext cx="4155996" cy="2601158"/>
          </a:xfrm>
          <a:prstGeom prst="rect">
            <a:avLst/>
          </a:prstGeom>
        </p:spPr>
      </p:pic>
      <p:sp>
        <p:nvSpPr>
          <p:cNvPr id="10" name="Text 5"/>
          <p:cNvSpPr/>
          <p:nvPr/>
        </p:nvSpPr>
        <p:spPr>
          <a:xfrm>
            <a:off x="409337" y="7614999"/>
            <a:ext cx="6763226" cy="187047"/>
          </a:xfrm>
          <a:prstGeom prst="rect">
            <a:avLst/>
          </a:prstGeom>
          <a:noFill/>
          <a:ln/>
        </p:spPr>
        <p:txBody>
          <a:bodyPr wrap="none" lIns="0" tIns="0" rIns="0" bIns="0" rtlCol="0" anchor="t"/>
          <a:lstStyle/>
          <a:p>
            <a:pPr marL="0" indent="0" algn="l">
              <a:lnSpc>
                <a:spcPts val="1450"/>
              </a:lnSpc>
              <a:buNone/>
            </a:pPr>
            <a:endParaRPr lang="en-US" sz="900" dirty="0"/>
          </a:p>
        </p:txBody>
      </p:sp>
      <p:sp>
        <p:nvSpPr>
          <p:cNvPr id="11" name="Text 6"/>
          <p:cNvSpPr/>
          <p:nvPr/>
        </p:nvSpPr>
        <p:spPr>
          <a:xfrm>
            <a:off x="7465457" y="4567952"/>
            <a:ext cx="1462207" cy="182761"/>
          </a:xfrm>
          <a:prstGeom prst="rect">
            <a:avLst/>
          </a:prstGeom>
          <a:noFill/>
          <a:ln/>
        </p:spPr>
        <p:txBody>
          <a:bodyPr wrap="none" lIns="0" tIns="0" rIns="0" bIns="0" rtlCol="0" anchor="t"/>
          <a:lstStyle/>
          <a:p>
            <a:pPr marL="0" indent="0" algn="l">
              <a:lnSpc>
                <a:spcPts val="1400"/>
              </a:lnSpc>
              <a:buNone/>
            </a:pPr>
            <a:endParaRPr lang="en-US" sz="1150" dirty="0"/>
          </a:p>
        </p:txBody>
      </p:sp>
      <p:pic>
        <p:nvPicPr>
          <p:cNvPr id="12" name="Image 3" descr="preencoded.png"/>
          <p:cNvPicPr>
            <a:picLocks noChangeAspect="1"/>
          </p:cNvPicPr>
          <p:nvPr/>
        </p:nvPicPr>
        <p:blipFill>
          <a:blip r:embed="rId6"/>
          <a:stretch>
            <a:fillRect/>
          </a:stretch>
        </p:blipFill>
        <p:spPr>
          <a:xfrm>
            <a:off x="1347065" y="4743452"/>
            <a:ext cx="4071966" cy="2601158"/>
          </a:xfrm>
          <a:prstGeom prst="rect">
            <a:avLst/>
          </a:prstGeom>
        </p:spPr>
      </p:pic>
      <p:sp>
        <p:nvSpPr>
          <p:cNvPr id="13" name="Text 7"/>
          <p:cNvSpPr/>
          <p:nvPr/>
        </p:nvSpPr>
        <p:spPr>
          <a:xfrm>
            <a:off x="7465457" y="7614999"/>
            <a:ext cx="6763226" cy="187047"/>
          </a:xfrm>
          <a:prstGeom prst="rect">
            <a:avLst/>
          </a:prstGeom>
          <a:noFill/>
          <a:ln/>
        </p:spPr>
        <p:txBody>
          <a:bodyPr wrap="none" lIns="0" tIns="0" rIns="0" bIns="0" rtlCol="0" anchor="t"/>
          <a:lstStyle/>
          <a:p>
            <a:pPr marL="0" indent="0" algn="l">
              <a:lnSpc>
                <a:spcPts val="1450"/>
              </a:lnSpc>
              <a:buNone/>
            </a:pPr>
            <a:endParaRPr lang="en-US" sz="900" dirty="0"/>
          </a:p>
        </p:txBody>
      </p:sp>
      <p:sp>
        <p:nvSpPr>
          <p:cNvPr id="16" name="Text 6"/>
          <p:cNvSpPr/>
          <p:nvPr/>
        </p:nvSpPr>
        <p:spPr>
          <a:xfrm>
            <a:off x="7458076" y="4614866"/>
            <a:ext cx="1462207" cy="285752"/>
          </a:xfrm>
          <a:prstGeom prst="rect">
            <a:avLst/>
          </a:prstGeom>
          <a:noFill/>
          <a:ln/>
        </p:spPr>
        <p:txBody>
          <a:bodyPr wrap="none" lIns="0" tIns="0" rIns="0" bIns="0" rtlCol="0" anchor="t"/>
          <a:lstStyle/>
          <a:p>
            <a:pPr marL="0" indent="0" algn="l">
              <a:lnSpc>
                <a:spcPts val="1400"/>
              </a:lnSpc>
              <a:buNone/>
            </a:pPr>
            <a:endParaRPr lang="en-US" sz="1150" dirty="0"/>
          </a:p>
        </p:txBody>
      </p:sp>
      <p:pic>
        <p:nvPicPr>
          <p:cNvPr id="17" name="Image 0" descr="preencoded.png"/>
          <p:cNvPicPr>
            <a:picLocks noChangeAspect="1"/>
          </p:cNvPicPr>
          <p:nvPr/>
        </p:nvPicPr>
        <p:blipFill>
          <a:blip r:embed="rId7"/>
          <a:stretch>
            <a:fillRect/>
          </a:stretch>
        </p:blipFill>
        <p:spPr>
          <a:xfrm>
            <a:off x="5886440" y="4743452"/>
            <a:ext cx="3929090" cy="2571768"/>
          </a:xfrm>
          <a:prstGeom prst="rect">
            <a:avLst/>
          </a:prstGeom>
        </p:spPr>
      </p:pic>
      <p:pic>
        <p:nvPicPr>
          <p:cNvPr id="18" name="Image 1" descr="preencoded.png"/>
          <p:cNvPicPr>
            <a:picLocks noChangeAspect="1"/>
          </p:cNvPicPr>
          <p:nvPr/>
        </p:nvPicPr>
        <p:blipFill>
          <a:blip r:embed="rId8"/>
          <a:stretch>
            <a:fillRect/>
          </a:stretch>
        </p:blipFill>
        <p:spPr>
          <a:xfrm>
            <a:off x="10101282" y="4743452"/>
            <a:ext cx="4143404" cy="2571768"/>
          </a:xfrm>
          <a:prstGeom prst="rect">
            <a:avLst/>
          </a:prstGeom>
        </p:spPr>
      </p:pic>
      <p:sp>
        <p:nvSpPr>
          <p:cNvPr id="19" name="Rectangle 18"/>
          <p:cNvSpPr/>
          <p:nvPr/>
        </p:nvSpPr>
        <p:spPr>
          <a:xfrm>
            <a:off x="2028788" y="3712705"/>
            <a:ext cx="2736134" cy="400110"/>
          </a:xfrm>
          <a:prstGeom prst="rect">
            <a:avLst/>
          </a:prstGeom>
        </p:spPr>
        <p:txBody>
          <a:bodyPr wrap="none">
            <a:spAutoFit/>
          </a:bodyPr>
          <a:lstStyle/>
          <a:p>
            <a:r>
              <a:rPr lang="en-US" sz="2000" b="1" dirty="0"/>
              <a:t>Dataset Collection Year</a:t>
            </a:r>
          </a:p>
        </p:txBody>
      </p:sp>
      <p:sp>
        <p:nvSpPr>
          <p:cNvPr id="20" name="Rectangle 19"/>
          <p:cNvSpPr/>
          <p:nvPr/>
        </p:nvSpPr>
        <p:spPr>
          <a:xfrm>
            <a:off x="6815134" y="3712705"/>
            <a:ext cx="2071401" cy="400110"/>
          </a:xfrm>
          <a:prstGeom prst="rect">
            <a:avLst/>
          </a:prstGeom>
        </p:spPr>
        <p:txBody>
          <a:bodyPr wrap="none">
            <a:spAutoFit/>
          </a:bodyPr>
          <a:lstStyle/>
          <a:p>
            <a:r>
              <a:rPr lang="en-US" sz="2000" b="1" dirty="0"/>
              <a:t>Views Histogram</a:t>
            </a:r>
          </a:p>
        </p:txBody>
      </p:sp>
      <p:sp>
        <p:nvSpPr>
          <p:cNvPr id="21" name="Rectangle 20"/>
          <p:cNvSpPr/>
          <p:nvPr/>
        </p:nvSpPr>
        <p:spPr>
          <a:xfrm>
            <a:off x="11364714" y="3712705"/>
            <a:ext cx="1981440" cy="400110"/>
          </a:xfrm>
          <a:prstGeom prst="rect">
            <a:avLst/>
          </a:prstGeom>
        </p:spPr>
        <p:txBody>
          <a:bodyPr wrap="none">
            <a:spAutoFit/>
          </a:bodyPr>
          <a:lstStyle/>
          <a:p>
            <a:r>
              <a:rPr lang="en-US" sz="2000" b="1" dirty="0"/>
              <a:t>Likes Histogram</a:t>
            </a:r>
          </a:p>
        </p:txBody>
      </p:sp>
      <p:sp>
        <p:nvSpPr>
          <p:cNvPr id="22" name="Rectangle 21"/>
          <p:cNvSpPr/>
          <p:nvPr/>
        </p:nvSpPr>
        <p:spPr>
          <a:xfrm>
            <a:off x="1722626" y="7398905"/>
            <a:ext cx="3228384" cy="400110"/>
          </a:xfrm>
          <a:prstGeom prst="rect">
            <a:avLst/>
          </a:prstGeom>
        </p:spPr>
        <p:txBody>
          <a:bodyPr wrap="none">
            <a:spAutoFit/>
          </a:bodyPr>
          <a:lstStyle/>
          <a:p>
            <a:r>
              <a:rPr lang="en-US" sz="2000" b="1" dirty="0"/>
              <a:t>Comment Count Histogram</a:t>
            </a:r>
          </a:p>
        </p:txBody>
      </p:sp>
      <p:sp>
        <p:nvSpPr>
          <p:cNvPr id="23" name="Rectangle 22"/>
          <p:cNvSpPr/>
          <p:nvPr/>
        </p:nvSpPr>
        <p:spPr>
          <a:xfrm>
            <a:off x="6708996" y="7392782"/>
            <a:ext cx="2286016" cy="400110"/>
          </a:xfrm>
          <a:prstGeom prst="rect">
            <a:avLst/>
          </a:prstGeom>
        </p:spPr>
        <p:txBody>
          <a:bodyPr wrap="square">
            <a:spAutoFit/>
          </a:bodyPr>
          <a:lstStyle/>
          <a:p>
            <a:pPr algn="ctr"/>
            <a:r>
              <a:rPr lang="en-US" sz="2000" b="1" dirty="0"/>
              <a:t>Publishing time</a:t>
            </a:r>
          </a:p>
        </p:txBody>
      </p:sp>
      <p:sp>
        <p:nvSpPr>
          <p:cNvPr id="24" name="Rectangle 23"/>
          <p:cNvSpPr/>
          <p:nvPr/>
        </p:nvSpPr>
        <p:spPr>
          <a:xfrm>
            <a:off x="10172720" y="7370330"/>
            <a:ext cx="4000528" cy="400110"/>
          </a:xfrm>
          <a:prstGeom prst="rect">
            <a:avLst/>
          </a:prstGeom>
        </p:spPr>
        <p:txBody>
          <a:bodyPr wrap="square">
            <a:spAutoFit/>
          </a:bodyPr>
          <a:lstStyle/>
          <a:p>
            <a:r>
              <a:rPr lang="en-US" sz="2000" b="1" dirty="0"/>
              <a:t>Largest number of trending videos</a:t>
            </a:r>
          </a:p>
        </p:txBody>
      </p:sp>
      <p:sp>
        <p:nvSpPr>
          <p:cNvPr id="14" name="TextBox 13">
            <a:extLst>
              <a:ext uri="{FF2B5EF4-FFF2-40B4-BE49-F238E27FC236}">
                <a16:creationId xmlns="" xmlns:a16="http://schemas.microsoft.com/office/drawing/2014/main" id="{B7E95A60-74DB-9B8A-A776-FBC06429EC5D}"/>
              </a:ext>
            </a:extLst>
          </p:cNvPr>
          <p:cNvSpPr txBox="1"/>
          <p:nvPr/>
        </p:nvSpPr>
        <p:spPr>
          <a:xfrm>
            <a:off x="5602778" y="32658"/>
            <a:ext cx="628442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dirty="0">
                <a:solidFill>
                  <a:srgbClr val="FFFF00"/>
                </a:solidFill>
              </a:rPr>
              <a:t>Project </a:t>
            </a:r>
            <a:r>
              <a:rPr lang="en-US" sz="3600" b="1" dirty="0" smtClean="0">
                <a:solidFill>
                  <a:srgbClr val="FFFF00"/>
                </a:solidFill>
              </a:rPr>
              <a:t> Output Snapshots</a:t>
            </a:r>
            <a:r>
              <a:rPr lang="en-US" sz="3600" b="1" dirty="0">
                <a:solidFill>
                  <a:srgbClr val="FFFF00"/>
                </a:solidFill>
              </a:rPr>
              <a:t>:</a:t>
            </a:r>
          </a:p>
        </p:txBody>
      </p:sp>
      <p:pic>
        <p:nvPicPr>
          <p:cNvPr id="26" name="Picture 25" descr="A pink square with a camera logo&#10;&#10;AI-generated content may be incorrect.">
            <a:extLst>
              <a:ext uri="{FF2B5EF4-FFF2-40B4-BE49-F238E27FC236}">
                <a16:creationId xmlns="" xmlns:a16="http://schemas.microsoft.com/office/drawing/2014/main" id="{A9D6F3DB-878C-1AF8-E864-94921BD00181}"/>
              </a:ext>
            </a:extLst>
          </p:cNvPr>
          <p:cNvPicPr>
            <a:picLocks noChangeAspect="1"/>
          </p:cNvPicPr>
          <p:nvPr/>
        </p:nvPicPr>
        <p:blipFill>
          <a:blip r:embed="rId9"/>
          <a:stretch>
            <a:fillRect/>
          </a:stretch>
        </p:blipFill>
        <p:spPr>
          <a:xfrm>
            <a:off x="4575758" y="0"/>
            <a:ext cx="925288" cy="647702"/>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028656" y="471462"/>
            <a:ext cx="3786214" cy="2714644"/>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5172060" y="400025"/>
            <a:ext cx="4143404" cy="2786081"/>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a:srcRect/>
          <a:stretch>
            <a:fillRect/>
          </a:stretch>
        </p:blipFill>
        <p:spPr bwMode="auto">
          <a:xfrm>
            <a:off x="9672654" y="400024"/>
            <a:ext cx="4143404" cy="2786082"/>
          </a:xfrm>
          <a:prstGeom prst="rect">
            <a:avLst/>
          </a:prstGeom>
          <a:noFill/>
          <a:ln w="9525">
            <a:noFill/>
            <a:miter lim="800000"/>
            <a:headEnd/>
            <a:tailEnd/>
          </a:ln>
          <a:effectLst/>
        </p:spPr>
      </p:pic>
      <p:pic>
        <p:nvPicPr>
          <p:cNvPr id="1030" name="Picture 6"/>
          <p:cNvPicPr>
            <a:picLocks noChangeAspect="1" noChangeArrowheads="1"/>
          </p:cNvPicPr>
          <p:nvPr/>
        </p:nvPicPr>
        <p:blipFill>
          <a:blip r:embed="rId5"/>
          <a:srcRect/>
          <a:stretch>
            <a:fillRect/>
          </a:stretch>
        </p:blipFill>
        <p:spPr bwMode="auto">
          <a:xfrm>
            <a:off x="5172060" y="4400552"/>
            <a:ext cx="4286280" cy="2547940"/>
          </a:xfrm>
          <a:prstGeom prst="rect">
            <a:avLst/>
          </a:prstGeom>
          <a:noFill/>
          <a:ln w="9525">
            <a:noFill/>
            <a:miter lim="800000"/>
            <a:headEnd/>
            <a:tailEnd/>
          </a:ln>
          <a:effectLst/>
        </p:spPr>
      </p:pic>
      <p:pic>
        <p:nvPicPr>
          <p:cNvPr id="1031" name="Picture 7"/>
          <p:cNvPicPr>
            <a:picLocks noChangeAspect="1" noChangeArrowheads="1"/>
          </p:cNvPicPr>
          <p:nvPr/>
        </p:nvPicPr>
        <p:blipFill>
          <a:blip r:embed="rId6"/>
          <a:srcRect/>
          <a:stretch>
            <a:fillRect/>
          </a:stretch>
        </p:blipFill>
        <p:spPr bwMode="auto">
          <a:xfrm>
            <a:off x="9815530" y="4400552"/>
            <a:ext cx="4000528" cy="2500330"/>
          </a:xfrm>
          <a:prstGeom prst="rect">
            <a:avLst/>
          </a:prstGeom>
          <a:noFill/>
          <a:ln w="9525">
            <a:noFill/>
            <a:miter lim="800000"/>
            <a:headEnd/>
            <a:tailEnd/>
          </a:ln>
          <a:effectLst/>
        </p:spPr>
      </p:pic>
      <p:sp>
        <p:nvSpPr>
          <p:cNvPr id="8" name="Rectangle 7"/>
          <p:cNvSpPr/>
          <p:nvPr/>
        </p:nvSpPr>
        <p:spPr>
          <a:xfrm>
            <a:off x="1743036" y="3400420"/>
            <a:ext cx="2153154" cy="400110"/>
          </a:xfrm>
          <a:prstGeom prst="rect">
            <a:avLst/>
          </a:prstGeom>
        </p:spPr>
        <p:txBody>
          <a:bodyPr wrap="none">
            <a:spAutoFit/>
          </a:bodyPr>
          <a:lstStyle/>
          <a:p>
            <a:pPr algn="ctr"/>
            <a:r>
              <a:rPr lang="en-US" sz="2000" b="1" dirty="0"/>
              <a:t>Capitalized words</a:t>
            </a:r>
          </a:p>
        </p:txBody>
      </p:sp>
      <p:sp>
        <p:nvSpPr>
          <p:cNvPr id="9" name="Rectangle 8"/>
          <p:cNvSpPr/>
          <p:nvPr/>
        </p:nvSpPr>
        <p:spPr>
          <a:xfrm>
            <a:off x="6600820" y="3328982"/>
            <a:ext cx="1431802" cy="400110"/>
          </a:xfrm>
          <a:prstGeom prst="rect">
            <a:avLst/>
          </a:prstGeom>
        </p:spPr>
        <p:txBody>
          <a:bodyPr wrap="none">
            <a:spAutoFit/>
          </a:bodyPr>
          <a:lstStyle/>
          <a:p>
            <a:r>
              <a:rPr lang="en-US" sz="2000" b="1" dirty="0"/>
              <a:t>Correlation</a:t>
            </a:r>
          </a:p>
        </p:txBody>
      </p:sp>
      <p:sp>
        <p:nvSpPr>
          <p:cNvPr id="10" name="Rectangle 9"/>
          <p:cNvSpPr/>
          <p:nvPr/>
        </p:nvSpPr>
        <p:spPr>
          <a:xfrm>
            <a:off x="10601348" y="3257544"/>
            <a:ext cx="2340834" cy="400110"/>
          </a:xfrm>
          <a:prstGeom prst="rect">
            <a:avLst/>
          </a:prstGeom>
        </p:spPr>
        <p:txBody>
          <a:bodyPr wrap="none">
            <a:spAutoFit/>
          </a:bodyPr>
          <a:lstStyle/>
          <a:p>
            <a:r>
              <a:rPr lang="en-US" sz="2000" b="1" dirty="0"/>
              <a:t>Views Title Lengths</a:t>
            </a:r>
          </a:p>
        </p:txBody>
      </p:sp>
      <p:sp>
        <p:nvSpPr>
          <p:cNvPr id="12" name="Rectangle 11"/>
          <p:cNvSpPr/>
          <p:nvPr/>
        </p:nvSpPr>
        <p:spPr>
          <a:xfrm>
            <a:off x="6457944" y="6972320"/>
            <a:ext cx="1466940" cy="400110"/>
          </a:xfrm>
          <a:prstGeom prst="rect">
            <a:avLst/>
          </a:prstGeom>
        </p:spPr>
        <p:txBody>
          <a:bodyPr wrap="none">
            <a:spAutoFit/>
          </a:bodyPr>
          <a:lstStyle/>
          <a:p>
            <a:r>
              <a:rPr lang="en-US" sz="2000" b="1" dirty="0"/>
              <a:t>Word Cloud</a:t>
            </a:r>
          </a:p>
        </p:txBody>
      </p:sp>
      <p:sp>
        <p:nvSpPr>
          <p:cNvPr id="13" name="Rectangle 12"/>
          <p:cNvSpPr/>
          <p:nvPr/>
        </p:nvSpPr>
        <p:spPr>
          <a:xfrm>
            <a:off x="10029844" y="6972320"/>
            <a:ext cx="3995004" cy="400110"/>
          </a:xfrm>
          <a:prstGeom prst="rect">
            <a:avLst/>
          </a:prstGeom>
        </p:spPr>
        <p:txBody>
          <a:bodyPr wrap="none">
            <a:spAutoFit/>
          </a:bodyPr>
          <a:lstStyle/>
          <a:p>
            <a:r>
              <a:rPr lang="en-US" sz="2000" b="1" dirty="0"/>
              <a:t>Largest number of trending videos</a:t>
            </a:r>
          </a:p>
        </p:txBody>
      </p:sp>
      <p:pic>
        <p:nvPicPr>
          <p:cNvPr id="3" name="Picture 2">
            <a:extLst>
              <a:ext uri="{FF2B5EF4-FFF2-40B4-BE49-F238E27FC236}">
                <a16:creationId xmlns="" xmlns:a16="http://schemas.microsoft.com/office/drawing/2014/main" id="{AE512F09-CFCA-3C80-517F-8DB70AE89FAD}"/>
              </a:ext>
            </a:extLst>
          </p:cNvPr>
          <p:cNvPicPr>
            <a:picLocks noChangeAspect="1" noChangeArrowheads="1"/>
          </p:cNvPicPr>
          <p:nvPr/>
        </p:nvPicPr>
        <p:blipFill>
          <a:blip r:embed="rId7"/>
          <a:srcRect/>
          <a:stretch>
            <a:fillRect/>
          </a:stretch>
        </p:blipFill>
        <p:spPr bwMode="auto">
          <a:xfrm>
            <a:off x="1028689" y="4400526"/>
            <a:ext cx="3786211" cy="2543192"/>
          </a:xfrm>
          <a:prstGeom prst="rect">
            <a:avLst/>
          </a:prstGeom>
          <a:noFill/>
          <a:ln w="9525">
            <a:noFill/>
            <a:miter lim="800000"/>
            <a:headEnd/>
            <a:tailEnd/>
          </a:ln>
          <a:effectLst/>
        </p:spPr>
      </p:pic>
      <p:sp>
        <p:nvSpPr>
          <p:cNvPr id="4" name="TextBox 3">
            <a:extLst>
              <a:ext uri="{FF2B5EF4-FFF2-40B4-BE49-F238E27FC236}">
                <a16:creationId xmlns="" xmlns:a16="http://schemas.microsoft.com/office/drawing/2014/main" id="{FC087A3F-BFFA-9D68-C008-853330DACFCC}"/>
              </a:ext>
            </a:extLst>
          </p:cNvPr>
          <p:cNvSpPr txBox="1"/>
          <p:nvPr/>
        </p:nvSpPr>
        <p:spPr>
          <a:xfrm>
            <a:off x="1743075" y="7000875"/>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Publishing hour</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190275" y="512232"/>
            <a:ext cx="4769644" cy="596146"/>
          </a:xfrm>
          <a:prstGeom prst="rect">
            <a:avLst/>
          </a:prstGeom>
          <a:noFill/>
          <a:ln/>
        </p:spPr>
        <p:txBody>
          <a:bodyPr wrap="none" lIns="0" tIns="0" rIns="0" bIns="0" rtlCol="0" anchor="t"/>
          <a:lstStyle/>
          <a:p>
            <a:pPr marL="0" indent="0" algn="ctr">
              <a:lnSpc>
                <a:spcPts val="4650"/>
              </a:lnSpc>
              <a:buNone/>
            </a:pPr>
            <a:r>
              <a:rPr lang="en-US" sz="3750" b="1" dirty="0">
                <a:solidFill>
                  <a:srgbClr val="FFFF00"/>
                </a:solidFill>
                <a:latin typeface="Montserrat"/>
                <a:ea typeface="Montserrat" pitchFamily="34" charset="-122"/>
                <a:cs typeface="Montserrat" pitchFamily="34" charset="-120"/>
              </a:rPr>
              <a:t>Conclusion:</a:t>
            </a:r>
            <a:endParaRPr lang="en-US" sz="3750" b="1" dirty="0">
              <a:solidFill>
                <a:srgbClr val="FFFF00"/>
              </a:solidFill>
              <a:latin typeface="Montserrat"/>
            </a:endParaRPr>
          </a:p>
        </p:txBody>
      </p:sp>
      <p:sp>
        <p:nvSpPr>
          <p:cNvPr id="3" name="Text 1"/>
          <p:cNvSpPr/>
          <p:nvPr/>
        </p:nvSpPr>
        <p:spPr>
          <a:xfrm>
            <a:off x="667702" y="1453226"/>
            <a:ext cx="13294995" cy="610314"/>
          </a:xfrm>
          <a:prstGeom prst="rect">
            <a:avLst/>
          </a:prstGeom>
          <a:noFill/>
          <a:ln/>
        </p:spPr>
        <p:txBody>
          <a:bodyPr wrap="square" lIns="0" tIns="0" rIns="0" bIns="0" rtlCol="0" anchor="t"/>
          <a:lstStyle/>
          <a:p>
            <a:pPr marL="285750" indent="-285750">
              <a:lnSpc>
                <a:spcPts val="2400"/>
              </a:lnSpc>
              <a:buFont typeface="Arial"/>
              <a:buChar char="•"/>
            </a:pPr>
            <a:r>
              <a:rPr lang="en-US" sz="1500" dirty="0">
                <a:solidFill>
                  <a:srgbClr val="DCD7E5"/>
                </a:solidFill>
                <a:latin typeface="Heebo Light"/>
                <a:ea typeface="Heebo Light" pitchFamily="34" charset="-122"/>
                <a:cs typeface="Heebo Light"/>
              </a:rPr>
              <a:t>We analyzed a dataset that contains information about YouTube trending videos for 205 days. The dataset was collected in 2017 and 2018 and contains 37352 video entries.</a:t>
            </a:r>
            <a:endParaRPr lang="en-US" sz="1500" dirty="0">
              <a:latin typeface="Heebo Light"/>
              <a:cs typeface="Heebo Light"/>
            </a:endParaRPr>
          </a:p>
        </p:txBody>
      </p:sp>
      <p:sp>
        <p:nvSpPr>
          <p:cNvPr id="4" name="Text 2"/>
          <p:cNvSpPr/>
          <p:nvPr/>
        </p:nvSpPr>
        <p:spPr>
          <a:xfrm>
            <a:off x="667702" y="2327077"/>
            <a:ext cx="13294995" cy="305157"/>
          </a:xfrm>
          <a:prstGeom prst="rect">
            <a:avLst/>
          </a:prstGeom>
          <a:noFill/>
          <a:ln/>
        </p:spPr>
        <p:txBody>
          <a:bodyPr wrap="none" lIns="0" tIns="0" rIns="0" bIns="0" rtlCol="0" anchor="t"/>
          <a:lstStyle/>
          <a:p>
            <a:pPr marL="285750" indent="-285750" algn="l">
              <a:lnSpc>
                <a:spcPts val="2400"/>
              </a:lnSpc>
              <a:buFont typeface="Arial"/>
              <a:buChar char="•"/>
            </a:pPr>
            <a:r>
              <a:rPr lang="en-US" sz="1500" dirty="0">
                <a:solidFill>
                  <a:srgbClr val="DCD7E5"/>
                </a:solidFill>
                <a:latin typeface="Heebo Light" pitchFamily="34" charset="0"/>
                <a:ea typeface="Heebo Light" pitchFamily="34" charset="-122"/>
                <a:cs typeface="Heebo Light" pitchFamily="34" charset="-120"/>
              </a:rPr>
              <a:t>86% of trending videos have less than 1.5 million views, and 95% have less than 5 million views.</a:t>
            </a:r>
            <a:endParaRPr lang="en-US" sz="1500" dirty="0"/>
          </a:p>
        </p:txBody>
      </p:sp>
      <p:sp>
        <p:nvSpPr>
          <p:cNvPr id="5" name="Text 3"/>
          <p:cNvSpPr/>
          <p:nvPr/>
        </p:nvSpPr>
        <p:spPr>
          <a:xfrm>
            <a:off x="667702" y="2846784"/>
            <a:ext cx="13294995" cy="305157"/>
          </a:xfrm>
          <a:prstGeom prst="rect">
            <a:avLst/>
          </a:prstGeom>
          <a:noFill/>
          <a:ln/>
        </p:spPr>
        <p:txBody>
          <a:bodyPr wrap="none" lIns="0" tIns="0" rIns="0" bIns="0" rtlCol="0" anchor="t"/>
          <a:lstStyle/>
          <a:p>
            <a:pPr marL="285750" indent="-285750" algn="l">
              <a:lnSpc>
                <a:spcPts val="2400"/>
              </a:lnSpc>
              <a:buFont typeface="Arial"/>
              <a:buChar char="•"/>
            </a:pPr>
            <a:r>
              <a:rPr lang="en-US" sz="1500" dirty="0">
                <a:solidFill>
                  <a:srgbClr val="DCD7E5"/>
                </a:solidFill>
                <a:latin typeface="Heebo Light" pitchFamily="34" charset="0"/>
                <a:ea typeface="Heebo Light" pitchFamily="34" charset="-122"/>
                <a:cs typeface="Heebo Light" pitchFamily="34" charset="-120"/>
              </a:rPr>
              <a:t>87% of trending videos have less than 40,000 likes, and 94% have less than 100,000 likes.</a:t>
            </a:r>
            <a:endParaRPr lang="en-US" sz="1500" dirty="0"/>
          </a:p>
        </p:txBody>
      </p:sp>
      <p:sp>
        <p:nvSpPr>
          <p:cNvPr id="6" name="Text 4"/>
          <p:cNvSpPr/>
          <p:nvPr/>
        </p:nvSpPr>
        <p:spPr>
          <a:xfrm>
            <a:off x="667702" y="3366492"/>
            <a:ext cx="13294995" cy="305157"/>
          </a:xfrm>
          <a:prstGeom prst="rect">
            <a:avLst/>
          </a:prstGeom>
          <a:noFill/>
          <a:ln/>
        </p:spPr>
        <p:txBody>
          <a:bodyPr wrap="none" lIns="0" tIns="0" rIns="0" bIns="0" rtlCol="0" anchor="t"/>
          <a:lstStyle/>
          <a:p>
            <a:pPr marL="285750" indent="-285750" algn="l">
              <a:lnSpc>
                <a:spcPts val="2400"/>
              </a:lnSpc>
              <a:buFont typeface="Arial"/>
              <a:buChar char="•"/>
            </a:pPr>
            <a:r>
              <a:rPr lang="en-US" sz="1500" dirty="0">
                <a:solidFill>
                  <a:srgbClr val="DCD7E5"/>
                </a:solidFill>
                <a:latin typeface="Heebo Light" pitchFamily="34" charset="0"/>
                <a:ea typeface="Heebo Light" pitchFamily="34" charset="-122"/>
                <a:cs typeface="Heebo Light" pitchFamily="34" charset="-120"/>
              </a:rPr>
              <a:t>88% of trending videos have less than 3,500 comments, and 97% have less than 25,000 comments.</a:t>
            </a:r>
            <a:endParaRPr lang="en-US" sz="1500" dirty="0"/>
          </a:p>
        </p:txBody>
      </p:sp>
      <p:sp>
        <p:nvSpPr>
          <p:cNvPr id="7" name="Text 5"/>
          <p:cNvSpPr/>
          <p:nvPr/>
        </p:nvSpPr>
        <p:spPr>
          <a:xfrm>
            <a:off x="667702" y="3886200"/>
            <a:ext cx="13294995" cy="610314"/>
          </a:xfrm>
          <a:prstGeom prst="rect">
            <a:avLst/>
          </a:prstGeom>
          <a:noFill/>
          <a:ln/>
        </p:spPr>
        <p:txBody>
          <a:bodyPr wrap="square" lIns="0" tIns="0" rIns="0" bIns="0" rtlCol="0" anchor="t"/>
          <a:lstStyle/>
          <a:p>
            <a:pPr marL="285750" indent="-285750" algn="l">
              <a:lnSpc>
                <a:spcPts val="2400"/>
              </a:lnSpc>
              <a:buFont typeface="Arial"/>
              <a:buChar char="•"/>
            </a:pPr>
            <a:r>
              <a:rPr lang="en-US" sz="1500" dirty="0">
                <a:solidFill>
                  <a:srgbClr val="DCD7E5"/>
                </a:solidFill>
                <a:latin typeface="Heebo Light" pitchFamily="34" charset="0"/>
                <a:ea typeface="Heebo Light" pitchFamily="34" charset="-122"/>
                <a:cs typeface="Heebo Light" pitchFamily="34" charset="-120"/>
              </a:rPr>
              <a:t>Some videos may appear on the trending videos list on more than one day. Our dataset contains 37352 entries but not for 37352 unique videos but for 16307 unique videos.</a:t>
            </a:r>
            <a:endParaRPr lang="en-US" sz="1500" dirty="0"/>
          </a:p>
        </p:txBody>
      </p:sp>
      <p:sp>
        <p:nvSpPr>
          <p:cNvPr id="8" name="Text 6"/>
          <p:cNvSpPr/>
          <p:nvPr/>
        </p:nvSpPr>
        <p:spPr>
          <a:xfrm>
            <a:off x="667702" y="4711065"/>
            <a:ext cx="13294995" cy="305157"/>
          </a:xfrm>
          <a:prstGeom prst="rect">
            <a:avLst/>
          </a:prstGeom>
          <a:noFill/>
          <a:ln/>
        </p:spPr>
        <p:txBody>
          <a:bodyPr wrap="none" lIns="0" tIns="0" rIns="0" bIns="0" rtlCol="0" anchor="t"/>
          <a:lstStyle/>
          <a:p>
            <a:pPr marL="285750" indent="-285750" algn="l">
              <a:lnSpc>
                <a:spcPts val="2400"/>
              </a:lnSpc>
              <a:buFont typeface="Arial"/>
              <a:buChar char="•"/>
            </a:pPr>
            <a:r>
              <a:rPr lang="en-US" sz="1500" dirty="0">
                <a:solidFill>
                  <a:srgbClr val="DCD7E5"/>
                </a:solidFill>
                <a:latin typeface="Heebo Light" pitchFamily="34" charset="0"/>
                <a:ea typeface="Heebo Light" pitchFamily="34" charset="-122"/>
                <a:cs typeface="Heebo Light" pitchFamily="34" charset="-120"/>
              </a:rPr>
              <a:t>Trending videos that have 60,000,000 views and more have title length between 50 and 55 characters approximately.</a:t>
            </a:r>
            <a:endParaRPr lang="en-US" sz="1500" dirty="0"/>
          </a:p>
        </p:txBody>
      </p:sp>
      <p:sp>
        <p:nvSpPr>
          <p:cNvPr id="9" name="Text 7"/>
          <p:cNvSpPr/>
          <p:nvPr/>
        </p:nvSpPr>
        <p:spPr>
          <a:xfrm>
            <a:off x="667702" y="5230773"/>
            <a:ext cx="13294995" cy="305157"/>
          </a:xfrm>
          <a:prstGeom prst="rect">
            <a:avLst/>
          </a:prstGeom>
          <a:noFill/>
          <a:ln/>
        </p:spPr>
        <p:txBody>
          <a:bodyPr wrap="none" lIns="0" tIns="0" rIns="0" bIns="0" rtlCol="0" anchor="t"/>
          <a:lstStyle/>
          <a:p>
            <a:pPr marL="285750" indent="-285750" algn="l">
              <a:lnSpc>
                <a:spcPts val="2400"/>
              </a:lnSpc>
              <a:buFont typeface="Arial"/>
              <a:buChar char="•"/>
            </a:pPr>
            <a:r>
              <a:rPr lang="en-US" sz="1500" dirty="0">
                <a:solidFill>
                  <a:srgbClr val="DCD7E5"/>
                </a:solidFill>
                <a:latin typeface="Heebo Light" pitchFamily="34" charset="0"/>
                <a:ea typeface="Heebo Light" pitchFamily="34" charset="-122"/>
                <a:cs typeface="Heebo Light" pitchFamily="34" charset="-120"/>
              </a:rPr>
              <a:t>The delimiters | and - were common in trending video titles.</a:t>
            </a:r>
            <a:endParaRPr lang="en-US" sz="1500" dirty="0"/>
          </a:p>
        </p:txBody>
      </p:sp>
      <p:sp>
        <p:nvSpPr>
          <p:cNvPr id="10" name="Text 8"/>
          <p:cNvSpPr/>
          <p:nvPr/>
        </p:nvSpPr>
        <p:spPr>
          <a:xfrm>
            <a:off x="667702" y="5750481"/>
            <a:ext cx="13294995" cy="305157"/>
          </a:xfrm>
          <a:prstGeom prst="rect">
            <a:avLst/>
          </a:prstGeom>
          <a:noFill/>
          <a:ln/>
        </p:spPr>
        <p:txBody>
          <a:bodyPr wrap="none" lIns="0" tIns="0" rIns="0" bIns="0" rtlCol="0" anchor="t"/>
          <a:lstStyle/>
          <a:p>
            <a:pPr marL="285750" indent="-285750" algn="l">
              <a:lnSpc>
                <a:spcPts val="2400"/>
              </a:lnSpc>
              <a:buFont typeface="Arial"/>
              <a:buChar char="•"/>
            </a:pPr>
            <a:r>
              <a:rPr lang="en-US" sz="1500" dirty="0">
                <a:solidFill>
                  <a:srgbClr val="DCD7E5"/>
                </a:solidFill>
                <a:latin typeface="Heebo Light" pitchFamily="34" charset="0"/>
                <a:ea typeface="Heebo Light" pitchFamily="34" charset="-122"/>
                <a:cs typeface="Heebo Light" pitchFamily="34" charset="-120"/>
              </a:rPr>
              <a:t>The words Official, Video, Trailer, Episode, Song and 2018 were common also in trending video titles.</a:t>
            </a:r>
            <a:endParaRPr lang="en-US" sz="1500" dirty="0"/>
          </a:p>
        </p:txBody>
      </p:sp>
      <p:sp>
        <p:nvSpPr>
          <p:cNvPr id="11" name="Text 9"/>
          <p:cNvSpPr/>
          <p:nvPr/>
        </p:nvSpPr>
        <p:spPr>
          <a:xfrm>
            <a:off x="667702" y="6270188"/>
            <a:ext cx="13294995" cy="610314"/>
          </a:xfrm>
          <a:prstGeom prst="rect">
            <a:avLst/>
          </a:prstGeom>
          <a:noFill/>
          <a:ln/>
        </p:spPr>
        <p:txBody>
          <a:bodyPr wrap="square" lIns="0" tIns="0" rIns="0" bIns="0" rtlCol="0" anchor="t"/>
          <a:lstStyle/>
          <a:p>
            <a:pPr marL="285750" indent="-285750" algn="l">
              <a:lnSpc>
                <a:spcPts val="2400"/>
              </a:lnSpc>
              <a:buFont typeface="Arial"/>
              <a:buChar char="•"/>
            </a:pPr>
            <a:r>
              <a:rPr lang="en-US" sz="1500" dirty="0">
                <a:solidFill>
                  <a:srgbClr val="DCD7E5"/>
                </a:solidFill>
                <a:latin typeface="Heebo Light" pitchFamily="34" charset="0"/>
                <a:ea typeface="Heebo Light" pitchFamily="34" charset="-122"/>
                <a:cs typeface="Heebo Light" pitchFamily="34" charset="-120"/>
              </a:rPr>
              <a:t>There is a strong positive correlation between the number of views and the number of likes of trending videos: As one of them increases, the other increases, and vice versa.</a:t>
            </a:r>
            <a:endParaRPr lang="en-US" sz="1500" dirty="0"/>
          </a:p>
        </p:txBody>
      </p:sp>
      <p:sp>
        <p:nvSpPr>
          <p:cNvPr id="12" name="Text 10"/>
          <p:cNvSpPr/>
          <p:nvPr/>
        </p:nvSpPr>
        <p:spPr>
          <a:xfrm>
            <a:off x="667702" y="7095053"/>
            <a:ext cx="13294995" cy="610314"/>
          </a:xfrm>
          <a:prstGeom prst="rect">
            <a:avLst/>
          </a:prstGeom>
          <a:noFill/>
          <a:ln/>
        </p:spPr>
        <p:txBody>
          <a:bodyPr wrap="square" lIns="0" tIns="0" rIns="0" bIns="0" rtlCol="0" anchor="t"/>
          <a:lstStyle/>
          <a:p>
            <a:pPr marL="285750" indent="-285750" algn="l">
              <a:lnSpc>
                <a:spcPts val="2400"/>
              </a:lnSpc>
              <a:buFont typeface="Arial"/>
              <a:buChar char="•"/>
            </a:pPr>
            <a:r>
              <a:rPr lang="en-US" sz="1500" dirty="0">
                <a:solidFill>
                  <a:srgbClr val="DCD7E5"/>
                </a:solidFill>
                <a:latin typeface="Heebo Light" pitchFamily="34" charset="0"/>
                <a:ea typeface="Heebo Light" pitchFamily="34" charset="-122"/>
                <a:cs typeface="Heebo Light" pitchFamily="34" charset="-120"/>
              </a:rPr>
              <a:t>There is a strong positive correlation also between the number of likes and the number of comments, and a slightly weaker one between the number of dislikes and the number of comments.</a:t>
            </a:r>
            <a:endParaRPr lang="en-US" sz="1500" dirty="0"/>
          </a:p>
        </p:txBody>
      </p:sp>
      <p:pic>
        <p:nvPicPr>
          <p:cNvPr id="14" name="Picture 13" descr="A black and white play button&#10;&#10;AI-generated content may be incorrect.">
            <a:extLst>
              <a:ext uri="{FF2B5EF4-FFF2-40B4-BE49-F238E27FC236}">
                <a16:creationId xmlns="" xmlns:a16="http://schemas.microsoft.com/office/drawing/2014/main" id="{CC55D3A1-45AC-AF49-280D-8B98B233F220}"/>
              </a:ext>
            </a:extLst>
          </p:cNvPr>
          <p:cNvPicPr>
            <a:picLocks noChangeAspect="1"/>
          </p:cNvPicPr>
          <p:nvPr/>
        </p:nvPicPr>
        <p:blipFill>
          <a:blip r:embed="rId3"/>
          <a:stretch>
            <a:fillRect/>
          </a:stretch>
        </p:blipFill>
        <p:spPr>
          <a:xfrm>
            <a:off x="4975364" y="506186"/>
            <a:ext cx="940426" cy="604158"/>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D2A072E-AD14-35A6-D5DB-E619A3AEACAE}"/>
              </a:ext>
            </a:extLst>
          </p:cNvPr>
          <p:cNvSpPr>
            <a:spLocks noGrp="1"/>
          </p:cNvSpPr>
          <p:nvPr>
            <p:ph type="title"/>
          </p:nvPr>
        </p:nvSpPr>
        <p:spPr>
          <a:xfrm>
            <a:off x="5569868" y="2057908"/>
            <a:ext cx="4637416" cy="3807800"/>
          </a:xfrm>
        </p:spPr>
        <p:txBody>
          <a:bodyPr/>
          <a:lstStyle/>
          <a:p>
            <a:r>
              <a:rPr lang="en-IN" sz="7200" b="1" dirty="0">
                <a:solidFill>
                  <a:srgbClr val="FFFF00"/>
                </a:solidFill>
                <a:latin typeface="Heebo Light"/>
                <a:cs typeface="Heebo Light"/>
              </a:rPr>
              <a:t/>
            </a:r>
            <a:br>
              <a:rPr lang="en-IN" sz="7200" b="1" dirty="0">
                <a:solidFill>
                  <a:srgbClr val="FFFF00"/>
                </a:solidFill>
                <a:latin typeface="Heebo Light"/>
                <a:cs typeface="Heebo Light"/>
              </a:rPr>
            </a:br>
            <a:r>
              <a:rPr lang="en-IN" sz="7200" b="1" dirty="0" smtClean="0">
                <a:solidFill>
                  <a:srgbClr val="FFFF00"/>
                </a:solidFill>
                <a:latin typeface="Heebo Light"/>
                <a:cs typeface="Heebo Light"/>
              </a:rPr>
              <a:t>ThankYou</a:t>
            </a:r>
            <a:endParaRPr lang="en-IN" sz="7200" b="1" dirty="0">
              <a:solidFill>
                <a:srgbClr val="FFFF00"/>
              </a:solidFill>
              <a:latin typeface="Heebo Light"/>
              <a:cs typeface="Heebo Light"/>
            </a:endParaRPr>
          </a:p>
        </p:txBody>
      </p:sp>
      <p:pic>
        <p:nvPicPr>
          <p:cNvPr id="5" name="Picture 4" descr="Youtube New Post GIF by Pudgy Penguins - Find &amp; Share on GIPHY">
            <a:extLst>
              <a:ext uri="{FF2B5EF4-FFF2-40B4-BE49-F238E27FC236}">
                <a16:creationId xmlns="" xmlns:a16="http://schemas.microsoft.com/office/drawing/2014/main" id="{BAB98BCB-0CD5-75D6-81C9-25163E47FFB5}"/>
              </a:ext>
            </a:extLst>
          </p:cNvPr>
          <p:cNvPicPr>
            <a:picLocks noChangeAspect="1"/>
          </p:cNvPicPr>
          <p:nvPr/>
        </p:nvPicPr>
        <p:blipFill>
          <a:blip r:embed="rId2"/>
          <a:stretch>
            <a:fillRect/>
          </a:stretch>
        </p:blipFill>
        <p:spPr>
          <a:xfrm>
            <a:off x="10205357" y="2661558"/>
            <a:ext cx="2237015" cy="2057400"/>
          </a:xfrm>
          <a:prstGeom prst="rect">
            <a:avLst/>
          </a:prstGeom>
        </p:spPr>
      </p:pic>
      <p:pic>
        <p:nvPicPr>
          <p:cNvPr id="6" name="Picture 5" descr="Youtube New Post GIF by Pudgy Penguins - Find &amp; Share on GIPHY">
            <a:extLst>
              <a:ext uri="{FF2B5EF4-FFF2-40B4-BE49-F238E27FC236}">
                <a16:creationId xmlns="" xmlns:a16="http://schemas.microsoft.com/office/drawing/2014/main" id="{B5850B7F-6CA5-1A6C-D712-F9BDB3DB358D}"/>
              </a:ext>
            </a:extLst>
          </p:cNvPr>
          <p:cNvPicPr>
            <a:picLocks noChangeAspect="1"/>
          </p:cNvPicPr>
          <p:nvPr/>
        </p:nvPicPr>
        <p:blipFill>
          <a:blip r:embed="rId2"/>
          <a:stretch>
            <a:fillRect/>
          </a:stretch>
        </p:blipFill>
        <p:spPr>
          <a:xfrm>
            <a:off x="2955471" y="2694213"/>
            <a:ext cx="2351315" cy="2024745"/>
          </a:xfrm>
          <a:prstGeom prst="rect">
            <a:avLst/>
          </a:prstGeom>
        </p:spPr>
      </p:pic>
    </p:spTree>
    <p:extLst>
      <p:ext uri="{BB962C8B-B14F-4D97-AF65-F5344CB8AC3E}">
        <p14:creationId xmlns="" xmlns:p14="http://schemas.microsoft.com/office/powerpoint/2010/main" val="239177741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Metro</Template>
  <TotalTime>202</TotalTime>
  <Words>1250</Words>
  <Application>Microsoft Office PowerPoint</Application>
  <PresentationFormat>Custom</PresentationFormat>
  <Paragraphs>185</Paragraphs>
  <Slides>16</Slides>
  <Notes>7</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Metro</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 ThankYou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cp:lastModifiedBy>Rathod</cp:lastModifiedBy>
  <cp:revision>30</cp:revision>
  <dcterms:modified xsi:type="dcterms:W3CDTF">2025-03-28T19:16:39Z</dcterms:modified>
</cp:coreProperties>
</file>